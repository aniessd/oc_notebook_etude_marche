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1" r:id="rId1"/>
  </p:sldMasterIdLst>
  <p:notesMasterIdLst>
    <p:notesMasterId r:id="rId19"/>
  </p:notesMasterIdLst>
  <p:sldIdLst>
    <p:sldId id="256" r:id="rId2"/>
    <p:sldId id="312" r:id="rId3"/>
    <p:sldId id="314" r:id="rId4"/>
    <p:sldId id="315" r:id="rId5"/>
    <p:sldId id="316" r:id="rId6"/>
    <p:sldId id="317" r:id="rId7"/>
    <p:sldId id="318" r:id="rId8"/>
    <p:sldId id="319" r:id="rId9"/>
    <p:sldId id="320" r:id="rId10"/>
    <p:sldId id="321" r:id="rId11"/>
    <p:sldId id="322" r:id="rId12"/>
    <p:sldId id="324" r:id="rId13"/>
    <p:sldId id="325" r:id="rId14"/>
    <p:sldId id="326" r:id="rId15"/>
    <p:sldId id="327" r:id="rId16"/>
    <p:sldId id="329" r:id="rId17"/>
    <p:sldId id="328" r:id="rId18"/>
  </p:sldIdLst>
  <p:sldSz cx="9144000" cy="5143500" type="screen16x9"/>
  <p:notesSz cx="6858000" cy="9144000"/>
  <p:embeddedFontLst>
    <p:embeddedFont>
      <p:font typeface="Anaheim" panose="020B0604020202020204" charset="0"/>
      <p:regular r:id="rId20"/>
      <p:bold r:id="rId21"/>
    </p:embeddedFont>
    <p:embeddedFont>
      <p:font typeface="Raleway" pitchFamily="2" charset="0"/>
      <p:regular r:id="rId22"/>
      <p:bold r:id="rId23"/>
      <p:italic r:id="rId24"/>
      <p:boldItalic r:id="rId25"/>
    </p:embeddedFont>
    <p:embeddedFont>
      <p:font typeface="Sora" panose="020B0604020202020204" charset="0"/>
      <p:regular r:id="rId26"/>
      <p:bold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2425"/>
    <a:srgbClr val="FDFEFC"/>
    <a:srgbClr val="4C4980"/>
    <a:srgbClr val="497219"/>
    <a:srgbClr val="FEC76A"/>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ACBB5BB-F2F0-4E78-938E-F07F9C01ECA4}" v="3" dt="2026-06-19T14:37:46.043"/>
  </p1510:revLst>
</p1510:revInfo>
</file>

<file path=ppt/tableStyles.xml><?xml version="1.0" encoding="utf-8"?>
<a:tblStyleLst xmlns:a="http://schemas.openxmlformats.org/drawingml/2006/main" def="{943852F7-7C28-4741-A155-C5FA9DA264EB}">
  <a:tblStyle styleId="{943852F7-7C28-4741-A155-C5FA9DA264E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BC009568-6EE6-442B-A074-C4A8160D469D}"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93296810-A885-4BE3-A3E7-6D5BEEA58F35}" styleName="Style moyen 2 - Accentuation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9899" autoAdjust="0"/>
  </p:normalViewPr>
  <p:slideViewPr>
    <p:cSldViewPr snapToGrid="0">
      <p:cViewPr varScale="1">
        <p:scale>
          <a:sx n="168" d="100"/>
          <a:sy n="168" d="100"/>
        </p:scale>
        <p:origin x="1584" y="25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gnès Drouard" userId="380734668b9b7b1b" providerId="LiveId" clId="{57AC7B86-18E1-4505-B8C5-89A0DCCB7A98}"/>
    <pc:docChg chg="undo redo custSel addSld delSld modSld delMainMaster modMainMaster">
      <pc:chgData name="Agnès Drouard" userId="380734668b9b7b1b" providerId="LiveId" clId="{57AC7B86-18E1-4505-B8C5-89A0DCCB7A98}" dt="2026-06-19T15:47:12.788" v="5487" actId="1076"/>
      <pc:docMkLst>
        <pc:docMk/>
      </pc:docMkLst>
      <pc:sldChg chg="addSp delSp modSp mod">
        <pc:chgData name="Agnès Drouard" userId="380734668b9b7b1b" providerId="LiveId" clId="{57AC7B86-18E1-4505-B8C5-89A0DCCB7A98}" dt="2026-06-18T08:41:54.573" v="74" actId="1076"/>
        <pc:sldMkLst>
          <pc:docMk/>
          <pc:sldMk cId="0" sldId="256"/>
        </pc:sldMkLst>
        <pc:spChg chg="mod">
          <ac:chgData name="Agnès Drouard" userId="380734668b9b7b1b" providerId="LiveId" clId="{57AC7B86-18E1-4505-B8C5-89A0DCCB7A98}" dt="2026-06-18T08:39:13.451" v="70" actId="1076"/>
          <ac:spMkLst>
            <pc:docMk/>
            <pc:sldMk cId="0" sldId="256"/>
            <ac:spMk id="543" creationId="{00000000-0000-0000-0000-000000000000}"/>
          </ac:spMkLst>
        </pc:spChg>
        <pc:spChg chg="mod">
          <ac:chgData name="Agnès Drouard" userId="380734668b9b7b1b" providerId="LiveId" clId="{57AC7B86-18E1-4505-B8C5-89A0DCCB7A98}" dt="2026-06-18T08:38:56.094" v="67" actId="20577"/>
          <ac:spMkLst>
            <pc:docMk/>
            <pc:sldMk cId="0" sldId="256"/>
            <ac:spMk id="544" creationId="{00000000-0000-0000-0000-000000000000}"/>
          </ac:spMkLst>
        </pc:spChg>
        <pc:grpChg chg="del">
          <ac:chgData name="Agnès Drouard" userId="380734668b9b7b1b" providerId="LiveId" clId="{57AC7B86-18E1-4505-B8C5-89A0DCCB7A98}" dt="2026-06-18T08:37:29.887" v="0" actId="478"/>
          <ac:grpSpMkLst>
            <pc:docMk/>
            <pc:sldMk cId="0" sldId="256"/>
            <ac:grpSpMk id="545" creationId="{00000000-0000-0000-0000-000000000000}"/>
          </ac:grpSpMkLst>
        </pc:grpChg>
        <pc:picChg chg="add del mod modCrop">
          <ac:chgData name="Agnès Drouard" userId="380734668b9b7b1b" providerId="LiveId" clId="{57AC7B86-18E1-4505-B8C5-89A0DCCB7A98}" dt="2026-06-18T08:41:46.934" v="72" actId="478"/>
          <ac:picMkLst>
            <pc:docMk/>
            <pc:sldMk cId="0" sldId="256"/>
            <ac:picMk id="3" creationId="{7330F34B-F9D6-46D3-E455-0852D8474F49}"/>
          </ac:picMkLst>
        </pc:picChg>
        <pc:picChg chg="add mod">
          <ac:chgData name="Agnès Drouard" userId="380734668b9b7b1b" providerId="LiveId" clId="{57AC7B86-18E1-4505-B8C5-89A0DCCB7A98}" dt="2026-06-18T08:41:54.573" v="74" actId="1076"/>
          <ac:picMkLst>
            <pc:docMk/>
            <pc:sldMk cId="0" sldId="256"/>
            <ac:picMk id="5" creationId="{30A7D086-D01F-6D60-14F4-2CD98D22856F}"/>
          </ac:picMkLst>
        </pc:picChg>
      </pc:sldChg>
      <pc:sldChg chg="del">
        <pc:chgData name="Agnès Drouard" userId="380734668b9b7b1b" providerId="LiveId" clId="{57AC7B86-18E1-4505-B8C5-89A0DCCB7A98}" dt="2026-06-18T11:05:32.600" v="4479" actId="47"/>
        <pc:sldMkLst>
          <pc:docMk/>
          <pc:sldMk cId="0" sldId="257"/>
        </pc:sldMkLst>
      </pc:sldChg>
      <pc:sldChg chg="del">
        <pc:chgData name="Agnès Drouard" userId="380734668b9b7b1b" providerId="LiveId" clId="{57AC7B86-18E1-4505-B8C5-89A0DCCB7A98}" dt="2026-06-18T11:05:32.600" v="4479" actId="47"/>
        <pc:sldMkLst>
          <pc:docMk/>
          <pc:sldMk cId="0" sldId="258"/>
        </pc:sldMkLst>
      </pc:sldChg>
      <pc:sldChg chg="del">
        <pc:chgData name="Agnès Drouard" userId="380734668b9b7b1b" providerId="LiveId" clId="{57AC7B86-18E1-4505-B8C5-89A0DCCB7A98}" dt="2026-06-18T11:05:32.600" v="4479" actId="47"/>
        <pc:sldMkLst>
          <pc:docMk/>
          <pc:sldMk cId="0" sldId="259"/>
        </pc:sldMkLst>
      </pc:sldChg>
      <pc:sldChg chg="del">
        <pc:chgData name="Agnès Drouard" userId="380734668b9b7b1b" providerId="LiveId" clId="{57AC7B86-18E1-4505-B8C5-89A0DCCB7A98}" dt="2026-06-18T11:05:32.600" v="4479" actId="47"/>
        <pc:sldMkLst>
          <pc:docMk/>
          <pc:sldMk cId="0" sldId="260"/>
        </pc:sldMkLst>
      </pc:sldChg>
      <pc:sldChg chg="del">
        <pc:chgData name="Agnès Drouard" userId="380734668b9b7b1b" providerId="LiveId" clId="{57AC7B86-18E1-4505-B8C5-89A0DCCB7A98}" dt="2026-06-18T11:05:32.600" v="4479" actId="47"/>
        <pc:sldMkLst>
          <pc:docMk/>
          <pc:sldMk cId="0" sldId="261"/>
        </pc:sldMkLst>
      </pc:sldChg>
      <pc:sldChg chg="del">
        <pc:chgData name="Agnès Drouard" userId="380734668b9b7b1b" providerId="LiveId" clId="{57AC7B86-18E1-4505-B8C5-89A0DCCB7A98}" dt="2026-06-18T11:05:32.600" v="4479" actId="47"/>
        <pc:sldMkLst>
          <pc:docMk/>
          <pc:sldMk cId="0" sldId="262"/>
        </pc:sldMkLst>
      </pc:sldChg>
      <pc:sldChg chg="del">
        <pc:chgData name="Agnès Drouard" userId="380734668b9b7b1b" providerId="LiveId" clId="{57AC7B86-18E1-4505-B8C5-89A0DCCB7A98}" dt="2026-06-18T11:05:32.600" v="4479" actId="47"/>
        <pc:sldMkLst>
          <pc:docMk/>
          <pc:sldMk cId="0" sldId="263"/>
        </pc:sldMkLst>
      </pc:sldChg>
      <pc:sldChg chg="del">
        <pc:chgData name="Agnès Drouard" userId="380734668b9b7b1b" providerId="LiveId" clId="{57AC7B86-18E1-4505-B8C5-89A0DCCB7A98}" dt="2026-06-18T11:05:32.600" v="4479" actId="47"/>
        <pc:sldMkLst>
          <pc:docMk/>
          <pc:sldMk cId="0" sldId="264"/>
        </pc:sldMkLst>
      </pc:sldChg>
      <pc:sldChg chg="del">
        <pc:chgData name="Agnès Drouard" userId="380734668b9b7b1b" providerId="LiveId" clId="{57AC7B86-18E1-4505-B8C5-89A0DCCB7A98}" dt="2026-06-18T11:05:32.600" v="4479" actId="47"/>
        <pc:sldMkLst>
          <pc:docMk/>
          <pc:sldMk cId="0" sldId="265"/>
        </pc:sldMkLst>
      </pc:sldChg>
      <pc:sldChg chg="del">
        <pc:chgData name="Agnès Drouard" userId="380734668b9b7b1b" providerId="LiveId" clId="{57AC7B86-18E1-4505-B8C5-89A0DCCB7A98}" dt="2026-06-18T11:05:32.600" v="4479" actId="47"/>
        <pc:sldMkLst>
          <pc:docMk/>
          <pc:sldMk cId="0" sldId="266"/>
        </pc:sldMkLst>
      </pc:sldChg>
      <pc:sldChg chg="del">
        <pc:chgData name="Agnès Drouard" userId="380734668b9b7b1b" providerId="LiveId" clId="{57AC7B86-18E1-4505-B8C5-89A0DCCB7A98}" dt="2026-06-18T11:05:32.600" v="4479" actId="47"/>
        <pc:sldMkLst>
          <pc:docMk/>
          <pc:sldMk cId="0" sldId="267"/>
        </pc:sldMkLst>
      </pc:sldChg>
      <pc:sldChg chg="del">
        <pc:chgData name="Agnès Drouard" userId="380734668b9b7b1b" providerId="LiveId" clId="{57AC7B86-18E1-4505-B8C5-89A0DCCB7A98}" dt="2026-06-18T11:05:32.600" v="4479" actId="47"/>
        <pc:sldMkLst>
          <pc:docMk/>
          <pc:sldMk cId="0" sldId="268"/>
        </pc:sldMkLst>
      </pc:sldChg>
      <pc:sldChg chg="del">
        <pc:chgData name="Agnès Drouard" userId="380734668b9b7b1b" providerId="LiveId" clId="{57AC7B86-18E1-4505-B8C5-89A0DCCB7A98}" dt="2026-06-18T11:05:32.600" v="4479" actId="47"/>
        <pc:sldMkLst>
          <pc:docMk/>
          <pc:sldMk cId="0" sldId="269"/>
        </pc:sldMkLst>
      </pc:sldChg>
      <pc:sldChg chg="del">
        <pc:chgData name="Agnès Drouard" userId="380734668b9b7b1b" providerId="LiveId" clId="{57AC7B86-18E1-4505-B8C5-89A0DCCB7A98}" dt="2026-06-18T11:05:32.600" v="4479" actId="47"/>
        <pc:sldMkLst>
          <pc:docMk/>
          <pc:sldMk cId="0" sldId="270"/>
        </pc:sldMkLst>
      </pc:sldChg>
      <pc:sldChg chg="del">
        <pc:chgData name="Agnès Drouard" userId="380734668b9b7b1b" providerId="LiveId" clId="{57AC7B86-18E1-4505-B8C5-89A0DCCB7A98}" dt="2026-06-18T11:05:32.600" v="4479" actId="47"/>
        <pc:sldMkLst>
          <pc:docMk/>
          <pc:sldMk cId="0" sldId="271"/>
        </pc:sldMkLst>
      </pc:sldChg>
      <pc:sldChg chg="del">
        <pc:chgData name="Agnès Drouard" userId="380734668b9b7b1b" providerId="LiveId" clId="{57AC7B86-18E1-4505-B8C5-89A0DCCB7A98}" dt="2026-06-18T11:05:32.600" v="4479" actId="47"/>
        <pc:sldMkLst>
          <pc:docMk/>
          <pc:sldMk cId="0" sldId="272"/>
        </pc:sldMkLst>
      </pc:sldChg>
      <pc:sldChg chg="del">
        <pc:chgData name="Agnès Drouard" userId="380734668b9b7b1b" providerId="LiveId" clId="{57AC7B86-18E1-4505-B8C5-89A0DCCB7A98}" dt="2026-06-18T11:05:32.600" v="4479" actId="47"/>
        <pc:sldMkLst>
          <pc:docMk/>
          <pc:sldMk cId="0" sldId="273"/>
        </pc:sldMkLst>
      </pc:sldChg>
      <pc:sldChg chg="del">
        <pc:chgData name="Agnès Drouard" userId="380734668b9b7b1b" providerId="LiveId" clId="{57AC7B86-18E1-4505-B8C5-89A0DCCB7A98}" dt="2026-06-18T11:05:32.600" v="4479" actId="47"/>
        <pc:sldMkLst>
          <pc:docMk/>
          <pc:sldMk cId="0" sldId="274"/>
        </pc:sldMkLst>
      </pc:sldChg>
      <pc:sldChg chg="del">
        <pc:chgData name="Agnès Drouard" userId="380734668b9b7b1b" providerId="LiveId" clId="{57AC7B86-18E1-4505-B8C5-89A0DCCB7A98}" dt="2026-06-18T11:05:32.600" v="4479" actId="47"/>
        <pc:sldMkLst>
          <pc:docMk/>
          <pc:sldMk cId="0" sldId="275"/>
        </pc:sldMkLst>
      </pc:sldChg>
      <pc:sldChg chg="del">
        <pc:chgData name="Agnès Drouard" userId="380734668b9b7b1b" providerId="LiveId" clId="{57AC7B86-18E1-4505-B8C5-89A0DCCB7A98}" dt="2026-06-18T11:05:32.600" v="4479" actId="47"/>
        <pc:sldMkLst>
          <pc:docMk/>
          <pc:sldMk cId="0" sldId="276"/>
        </pc:sldMkLst>
      </pc:sldChg>
      <pc:sldChg chg="del">
        <pc:chgData name="Agnès Drouard" userId="380734668b9b7b1b" providerId="LiveId" clId="{57AC7B86-18E1-4505-B8C5-89A0DCCB7A98}" dt="2026-06-18T11:05:32.600" v="4479" actId="47"/>
        <pc:sldMkLst>
          <pc:docMk/>
          <pc:sldMk cId="0" sldId="277"/>
        </pc:sldMkLst>
      </pc:sldChg>
      <pc:sldChg chg="del">
        <pc:chgData name="Agnès Drouard" userId="380734668b9b7b1b" providerId="LiveId" clId="{57AC7B86-18E1-4505-B8C5-89A0DCCB7A98}" dt="2026-06-18T11:05:32.600" v="4479" actId="47"/>
        <pc:sldMkLst>
          <pc:docMk/>
          <pc:sldMk cId="0" sldId="278"/>
        </pc:sldMkLst>
      </pc:sldChg>
      <pc:sldChg chg="del">
        <pc:chgData name="Agnès Drouard" userId="380734668b9b7b1b" providerId="LiveId" clId="{57AC7B86-18E1-4505-B8C5-89A0DCCB7A98}" dt="2026-06-18T11:05:32.600" v="4479" actId="47"/>
        <pc:sldMkLst>
          <pc:docMk/>
          <pc:sldMk cId="0" sldId="279"/>
        </pc:sldMkLst>
      </pc:sldChg>
      <pc:sldChg chg="del">
        <pc:chgData name="Agnès Drouard" userId="380734668b9b7b1b" providerId="LiveId" clId="{57AC7B86-18E1-4505-B8C5-89A0DCCB7A98}" dt="2026-06-18T11:05:32.600" v="4479" actId="47"/>
        <pc:sldMkLst>
          <pc:docMk/>
          <pc:sldMk cId="0" sldId="280"/>
        </pc:sldMkLst>
      </pc:sldChg>
      <pc:sldChg chg="del">
        <pc:chgData name="Agnès Drouard" userId="380734668b9b7b1b" providerId="LiveId" clId="{57AC7B86-18E1-4505-B8C5-89A0DCCB7A98}" dt="2026-06-18T11:05:32.600" v="4479" actId="47"/>
        <pc:sldMkLst>
          <pc:docMk/>
          <pc:sldMk cId="0" sldId="281"/>
        </pc:sldMkLst>
      </pc:sldChg>
      <pc:sldChg chg="del">
        <pc:chgData name="Agnès Drouard" userId="380734668b9b7b1b" providerId="LiveId" clId="{57AC7B86-18E1-4505-B8C5-89A0DCCB7A98}" dt="2026-06-18T11:05:32.600" v="4479" actId="47"/>
        <pc:sldMkLst>
          <pc:docMk/>
          <pc:sldMk cId="0" sldId="282"/>
        </pc:sldMkLst>
      </pc:sldChg>
      <pc:sldChg chg="del">
        <pc:chgData name="Agnès Drouard" userId="380734668b9b7b1b" providerId="LiveId" clId="{57AC7B86-18E1-4505-B8C5-89A0DCCB7A98}" dt="2026-06-18T11:05:32.600" v="4479" actId="47"/>
        <pc:sldMkLst>
          <pc:docMk/>
          <pc:sldMk cId="0" sldId="283"/>
        </pc:sldMkLst>
      </pc:sldChg>
      <pc:sldChg chg="del">
        <pc:chgData name="Agnès Drouard" userId="380734668b9b7b1b" providerId="LiveId" clId="{57AC7B86-18E1-4505-B8C5-89A0DCCB7A98}" dt="2026-06-18T11:05:32.600" v="4479" actId="47"/>
        <pc:sldMkLst>
          <pc:docMk/>
          <pc:sldMk cId="0" sldId="284"/>
        </pc:sldMkLst>
      </pc:sldChg>
      <pc:sldChg chg="del">
        <pc:chgData name="Agnès Drouard" userId="380734668b9b7b1b" providerId="LiveId" clId="{57AC7B86-18E1-4505-B8C5-89A0DCCB7A98}" dt="2026-06-18T11:05:32.600" v="4479" actId="47"/>
        <pc:sldMkLst>
          <pc:docMk/>
          <pc:sldMk cId="0" sldId="285"/>
        </pc:sldMkLst>
      </pc:sldChg>
      <pc:sldChg chg="del">
        <pc:chgData name="Agnès Drouard" userId="380734668b9b7b1b" providerId="LiveId" clId="{57AC7B86-18E1-4505-B8C5-89A0DCCB7A98}" dt="2026-06-18T11:05:32.600" v="4479" actId="47"/>
        <pc:sldMkLst>
          <pc:docMk/>
          <pc:sldMk cId="0" sldId="286"/>
        </pc:sldMkLst>
      </pc:sldChg>
      <pc:sldChg chg="del">
        <pc:chgData name="Agnès Drouard" userId="380734668b9b7b1b" providerId="LiveId" clId="{57AC7B86-18E1-4505-B8C5-89A0DCCB7A98}" dt="2026-06-18T11:05:32.600" v="4479" actId="47"/>
        <pc:sldMkLst>
          <pc:docMk/>
          <pc:sldMk cId="0" sldId="287"/>
        </pc:sldMkLst>
      </pc:sldChg>
      <pc:sldChg chg="del">
        <pc:chgData name="Agnès Drouard" userId="380734668b9b7b1b" providerId="LiveId" clId="{57AC7B86-18E1-4505-B8C5-89A0DCCB7A98}" dt="2026-06-18T11:05:32.600" v="4479" actId="47"/>
        <pc:sldMkLst>
          <pc:docMk/>
          <pc:sldMk cId="0" sldId="288"/>
        </pc:sldMkLst>
      </pc:sldChg>
      <pc:sldChg chg="del">
        <pc:chgData name="Agnès Drouard" userId="380734668b9b7b1b" providerId="LiveId" clId="{57AC7B86-18E1-4505-B8C5-89A0DCCB7A98}" dt="2026-06-18T11:05:32.600" v="4479" actId="47"/>
        <pc:sldMkLst>
          <pc:docMk/>
          <pc:sldMk cId="0" sldId="289"/>
        </pc:sldMkLst>
      </pc:sldChg>
      <pc:sldChg chg="del">
        <pc:chgData name="Agnès Drouard" userId="380734668b9b7b1b" providerId="LiveId" clId="{57AC7B86-18E1-4505-B8C5-89A0DCCB7A98}" dt="2026-06-18T11:05:32.600" v="4479" actId="47"/>
        <pc:sldMkLst>
          <pc:docMk/>
          <pc:sldMk cId="0" sldId="290"/>
        </pc:sldMkLst>
      </pc:sldChg>
      <pc:sldChg chg="del">
        <pc:chgData name="Agnès Drouard" userId="380734668b9b7b1b" providerId="LiveId" clId="{57AC7B86-18E1-4505-B8C5-89A0DCCB7A98}" dt="2026-06-18T11:05:32.600" v="4479" actId="47"/>
        <pc:sldMkLst>
          <pc:docMk/>
          <pc:sldMk cId="0" sldId="291"/>
        </pc:sldMkLst>
      </pc:sldChg>
      <pc:sldChg chg="del">
        <pc:chgData name="Agnès Drouard" userId="380734668b9b7b1b" providerId="LiveId" clId="{57AC7B86-18E1-4505-B8C5-89A0DCCB7A98}" dt="2026-06-18T11:05:32.600" v="4479" actId="47"/>
        <pc:sldMkLst>
          <pc:docMk/>
          <pc:sldMk cId="0" sldId="292"/>
        </pc:sldMkLst>
      </pc:sldChg>
      <pc:sldChg chg="del">
        <pc:chgData name="Agnès Drouard" userId="380734668b9b7b1b" providerId="LiveId" clId="{57AC7B86-18E1-4505-B8C5-89A0DCCB7A98}" dt="2026-06-18T11:05:32.600" v="4479" actId="47"/>
        <pc:sldMkLst>
          <pc:docMk/>
          <pc:sldMk cId="0" sldId="293"/>
        </pc:sldMkLst>
      </pc:sldChg>
      <pc:sldChg chg="del">
        <pc:chgData name="Agnès Drouard" userId="380734668b9b7b1b" providerId="LiveId" clId="{57AC7B86-18E1-4505-B8C5-89A0DCCB7A98}" dt="2026-06-18T11:05:32.600" v="4479" actId="47"/>
        <pc:sldMkLst>
          <pc:docMk/>
          <pc:sldMk cId="0" sldId="294"/>
        </pc:sldMkLst>
      </pc:sldChg>
      <pc:sldChg chg="del">
        <pc:chgData name="Agnès Drouard" userId="380734668b9b7b1b" providerId="LiveId" clId="{57AC7B86-18E1-4505-B8C5-89A0DCCB7A98}" dt="2026-06-18T11:05:32.600" v="4479" actId="47"/>
        <pc:sldMkLst>
          <pc:docMk/>
          <pc:sldMk cId="0" sldId="295"/>
        </pc:sldMkLst>
      </pc:sldChg>
      <pc:sldChg chg="del">
        <pc:chgData name="Agnès Drouard" userId="380734668b9b7b1b" providerId="LiveId" clId="{57AC7B86-18E1-4505-B8C5-89A0DCCB7A98}" dt="2026-06-18T11:05:32.600" v="4479" actId="47"/>
        <pc:sldMkLst>
          <pc:docMk/>
          <pc:sldMk cId="0" sldId="296"/>
        </pc:sldMkLst>
      </pc:sldChg>
      <pc:sldChg chg="del">
        <pc:chgData name="Agnès Drouard" userId="380734668b9b7b1b" providerId="LiveId" clId="{57AC7B86-18E1-4505-B8C5-89A0DCCB7A98}" dt="2026-06-18T11:05:32.600" v="4479" actId="47"/>
        <pc:sldMkLst>
          <pc:docMk/>
          <pc:sldMk cId="0" sldId="297"/>
        </pc:sldMkLst>
      </pc:sldChg>
      <pc:sldChg chg="del">
        <pc:chgData name="Agnès Drouard" userId="380734668b9b7b1b" providerId="LiveId" clId="{57AC7B86-18E1-4505-B8C5-89A0DCCB7A98}" dt="2026-06-18T11:05:32.600" v="4479" actId="47"/>
        <pc:sldMkLst>
          <pc:docMk/>
          <pc:sldMk cId="0" sldId="298"/>
        </pc:sldMkLst>
      </pc:sldChg>
      <pc:sldChg chg="del">
        <pc:chgData name="Agnès Drouard" userId="380734668b9b7b1b" providerId="LiveId" clId="{57AC7B86-18E1-4505-B8C5-89A0DCCB7A98}" dt="2026-06-18T11:05:32.600" v="4479" actId="47"/>
        <pc:sldMkLst>
          <pc:docMk/>
          <pc:sldMk cId="0" sldId="299"/>
        </pc:sldMkLst>
      </pc:sldChg>
      <pc:sldChg chg="del">
        <pc:chgData name="Agnès Drouard" userId="380734668b9b7b1b" providerId="LiveId" clId="{57AC7B86-18E1-4505-B8C5-89A0DCCB7A98}" dt="2026-06-18T11:05:32.600" v="4479" actId="47"/>
        <pc:sldMkLst>
          <pc:docMk/>
          <pc:sldMk cId="0" sldId="300"/>
        </pc:sldMkLst>
      </pc:sldChg>
      <pc:sldChg chg="del">
        <pc:chgData name="Agnès Drouard" userId="380734668b9b7b1b" providerId="LiveId" clId="{57AC7B86-18E1-4505-B8C5-89A0DCCB7A98}" dt="2026-06-18T11:05:32.600" v="4479" actId="47"/>
        <pc:sldMkLst>
          <pc:docMk/>
          <pc:sldMk cId="0" sldId="301"/>
        </pc:sldMkLst>
      </pc:sldChg>
      <pc:sldChg chg="del">
        <pc:chgData name="Agnès Drouard" userId="380734668b9b7b1b" providerId="LiveId" clId="{57AC7B86-18E1-4505-B8C5-89A0DCCB7A98}" dt="2026-06-18T11:05:32.600" v="4479" actId="47"/>
        <pc:sldMkLst>
          <pc:docMk/>
          <pc:sldMk cId="0" sldId="302"/>
        </pc:sldMkLst>
      </pc:sldChg>
      <pc:sldChg chg="del">
        <pc:chgData name="Agnès Drouard" userId="380734668b9b7b1b" providerId="LiveId" clId="{57AC7B86-18E1-4505-B8C5-89A0DCCB7A98}" dt="2026-06-18T11:05:32.600" v="4479" actId="47"/>
        <pc:sldMkLst>
          <pc:docMk/>
          <pc:sldMk cId="0" sldId="303"/>
        </pc:sldMkLst>
      </pc:sldChg>
      <pc:sldChg chg="del">
        <pc:chgData name="Agnès Drouard" userId="380734668b9b7b1b" providerId="LiveId" clId="{57AC7B86-18E1-4505-B8C5-89A0DCCB7A98}" dt="2026-06-18T11:05:32.600" v="4479" actId="47"/>
        <pc:sldMkLst>
          <pc:docMk/>
          <pc:sldMk cId="0" sldId="304"/>
        </pc:sldMkLst>
      </pc:sldChg>
      <pc:sldChg chg="del">
        <pc:chgData name="Agnès Drouard" userId="380734668b9b7b1b" providerId="LiveId" clId="{57AC7B86-18E1-4505-B8C5-89A0DCCB7A98}" dt="2026-06-18T11:05:32.600" v="4479" actId="47"/>
        <pc:sldMkLst>
          <pc:docMk/>
          <pc:sldMk cId="0" sldId="305"/>
        </pc:sldMkLst>
      </pc:sldChg>
      <pc:sldChg chg="del">
        <pc:chgData name="Agnès Drouard" userId="380734668b9b7b1b" providerId="LiveId" clId="{57AC7B86-18E1-4505-B8C5-89A0DCCB7A98}" dt="2026-06-18T11:05:32.600" v="4479" actId="47"/>
        <pc:sldMkLst>
          <pc:docMk/>
          <pc:sldMk cId="0" sldId="306"/>
        </pc:sldMkLst>
      </pc:sldChg>
      <pc:sldChg chg="del">
        <pc:chgData name="Agnès Drouard" userId="380734668b9b7b1b" providerId="LiveId" clId="{57AC7B86-18E1-4505-B8C5-89A0DCCB7A98}" dt="2026-06-18T11:05:32.600" v="4479" actId="47"/>
        <pc:sldMkLst>
          <pc:docMk/>
          <pc:sldMk cId="0" sldId="307"/>
        </pc:sldMkLst>
      </pc:sldChg>
      <pc:sldChg chg="del">
        <pc:chgData name="Agnès Drouard" userId="380734668b9b7b1b" providerId="LiveId" clId="{57AC7B86-18E1-4505-B8C5-89A0DCCB7A98}" dt="2026-06-18T11:05:32.600" v="4479" actId="47"/>
        <pc:sldMkLst>
          <pc:docMk/>
          <pc:sldMk cId="0" sldId="308"/>
        </pc:sldMkLst>
      </pc:sldChg>
      <pc:sldChg chg="del">
        <pc:chgData name="Agnès Drouard" userId="380734668b9b7b1b" providerId="LiveId" clId="{57AC7B86-18E1-4505-B8C5-89A0DCCB7A98}" dt="2026-06-18T11:05:32.600" v="4479" actId="47"/>
        <pc:sldMkLst>
          <pc:docMk/>
          <pc:sldMk cId="0" sldId="309"/>
        </pc:sldMkLst>
      </pc:sldChg>
      <pc:sldChg chg="del">
        <pc:chgData name="Agnès Drouard" userId="380734668b9b7b1b" providerId="LiveId" clId="{57AC7B86-18E1-4505-B8C5-89A0DCCB7A98}" dt="2026-06-18T11:05:32.600" v="4479" actId="47"/>
        <pc:sldMkLst>
          <pc:docMk/>
          <pc:sldMk cId="0" sldId="310"/>
        </pc:sldMkLst>
      </pc:sldChg>
      <pc:sldChg chg="del">
        <pc:chgData name="Agnès Drouard" userId="380734668b9b7b1b" providerId="LiveId" clId="{57AC7B86-18E1-4505-B8C5-89A0DCCB7A98}" dt="2026-06-18T11:05:32.600" v="4479" actId="47"/>
        <pc:sldMkLst>
          <pc:docMk/>
          <pc:sldMk cId="0" sldId="311"/>
        </pc:sldMkLst>
      </pc:sldChg>
      <pc:sldChg chg="addSp delSp modSp add mod">
        <pc:chgData name="Agnès Drouard" userId="380734668b9b7b1b" providerId="LiveId" clId="{57AC7B86-18E1-4505-B8C5-89A0DCCB7A98}" dt="2026-06-18T08:45:26.550" v="193" actId="20577"/>
        <pc:sldMkLst>
          <pc:docMk/>
          <pc:sldMk cId="2405659874" sldId="312"/>
        </pc:sldMkLst>
        <pc:spChg chg="add del">
          <ac:chgData name="Agnès Drouard" userId="380734668b9b7b1b" providerId="LiveId" clId="{57AC7B86-18E1-4505-B8C5-89A0DCCB7A98}" dt="2026-06-18T08:43:28.974" v="88" actId="478"/>
          <ac:spMkLst>
            <pc:docMk/>
            <pc:sldMk cId="2405659874" sldId="312"/>
            <ac:spMk id="3" creationId="{91933A4B-D05B-D813-DB85-31AD886D262F}"/>
          </ac:spMkLst>
        </pc:spChg>
        <pc:spChg chg="add del mod">
          <ac:chgData name="Agnès Drouard" userId="380734668b9b7b1b" providerId="LiveId" clId="{57AC7B86-18E1-4505-B8C5-89A0DCCB7A98}" dt="2026-06-18T08:43:31.063" v="92" actId="478"/>
          <ac:spMkLst>
            <pc:docMk/>
            <pc:sldMk cId="2405659874" sldId="312"/>
            <ac:spMk id="5" creationId="{181A7BF1-1FB9-D5E8-C3F4-21F81179D416}"/>
          </ac:spMkLst>
        </pc:spChg>
        <pc:spChg chg="add del mod">
          <ac:chgData name="Agnès Drouard" userId="380734668b9b7b1b" providerId="LiveId" clId="{57AC7B86-18E1-4505-B8C5-89A0DCCB7A98}" dt="2026-06-18T08:43:31.063" v="92" actId="478"/>
          <ac:spMkLst>
            <pc:docMk/>
            <pc:sldMk cId="2405659874" sldId="312"/>
            <ac:spMk id="7" creationId="{78F3BDB2-BDAE-DB2B-DEE0-3D8107505A65}"/>
          </ac:spMkLst>
        </pc:spChg>
        <pc:spChg chg="add del">
          <ac:chgData name="Agnès Drouard" userId="380734668b9b7b1b" providerId="LiveId" clId="{57AC7B86-18E1-4505-B8C5-89A0DCCB7A98}" dt="2026-06-18T08:43:29.731" v="90" actId="478"/>
          <ac:spMkLst>
            <pc:docMk/>
            <pc:sldMk cId="2405659874" sldId="312"/>
            <ac:spMk id="9" creationId="{6F25996E-5C25-9943-8EF9-19F3045395D3}"/>
          </ac:spMkLst>
        </pc:spChg>
        <pc:spChg chg="add del mod">
          <ac:chgData name="Agnès Drouard" userId="380734668b9b7b1b" providerId="LiveId" clId="{57AC7B86-18E1-4505-B8C5-89A0DCCB7A98}" dt="2026-06-18T08:43:31.063" v="92" actId="478"/>
          <ac:spMkLst>
            <pc:docMk/>
            <pc:sldMk cId="2405659874" sldId="312"/>
            <ac:spMk id="11" creationId="{2679CA35-1770-1F1A-39BD-90F4C11EBBBC}"/>
          </ac:spMkLst>
        </pc:spChg>
        <pc:spChg chg="add del mod">
          <ac:chgData name="Agnès Drouard" userId="380734668b9b7b1b" providerId="LiveId" clId="{57AC7B86-18E1-4505-B8C5-89A0DCCB7A98}" dt="2026-06-18T08:43:31.063" v="92" actId="478"/>
          <ac:spMkLst>
            <pc:docMk/>
            <pc:sldMk cId="2405659874" sldId="312"/>
            <ac:spMk id="13" creationId="{9F8375B4-473B-9182-87A5-2FF779E63FAC}"/>
          </ac:spMkLst>
        </pc:spChg>
        <pc:spChg chg="add del mod">
          <ac:chgData name="Agnès Drouard" userId="380734668b9b7b1b" providerId="LiveId" clId="{57AC7B86-18E1-4505-B8C5-89A0DCCB7A98}" dt="2026-06-18T08:43:38.085" v="94" actId="478"/>
          <ac:spMkLst>
            <pc:docMk/>
            <pc:sldMk cId="2405659874" sldId="312"/>
            <ac:spMk id="15" creationId="{D2BA3B3A-4877-491F-AACD-4906908F3504}"/>
          </ac:spMkLst>
        </pc:spChg>
        <pc:spChg chg="add del mod">
          <ac:chgData name="Agnès Drouard" userId="380734668b9b7b1b" providerId="LiveId" clId="{57AC7B86-18E1-4505-B8C5-89A0DCCB7A98}" dt="2026-06-18T08:43:38.085" v="94" actId="478"/>
          <ac:spMkLst>
            <pc:docMk/>
            <pc:sldMk cId="2405659874" sldId="312"/>
            <ac:spMk id="17" creationId="{06B6D9B3-95B0-5FB8-84D9-AEFC16AB211F}"/>
          </ac:spMkLst>
        </pc:spChg>
        <pc:spChg chg="add del mod">
          <ac:chgData name="Agnès Drouard" userId="380734668b9b7b1b" providerId="LiveId" clId="{57AC7B86-18E1-4505-B8C5-89A0DCCB7A98}" dt="2026-06-18T08:43:43.659" v="97" actId="478"/>
          <ac:spMkLst>
            <pc:docMk/>
            <pc:sldMk cId="2405659874" sldId="312"/>
            <ac:spMk id="19" creationId="{3CCD5A1D-F6F7-47A3-B1EF-41E92AB71E73}"/>
          </ac:spMkLst>
        </pc:spChg>
        <pc:spChg chg="add del mod">
          <ac:chgData name="Agnès Drouard" userId="380734668b9b7b1b" providerId="LiveId" clId="{57AC7B86-18E1-4505-B8C5-89A0DCCB7A98}" dt="2026-06-18T08:43:43.659" v="97" actId="478"/>
          <ac:spMkLst>
            <pc:docMk/>
            <pc:sldMk cId="2405659874" sldId="312"/>
            <ac:spMk id="21" creationId="{CA8BAC29-B430-7FCB-EAD1-9E420F3E2CBB}"/>
          </ac:spMkLst>
        </pc:spChg>
        <pc:spChg chg="add del mod">
          <ac:chgData name="Agnès Drouard" userId="380734668b9b7b1b" providerId="LiveId" clId="{57AC7B86-18E1-4505-B8C5-89A0DCCB7A98}" dt="2026-06-18T08:43:43.659" v="97" actId="478"/>
          <ac:spMkLst>
            <pc:docMk/>
            <pc:sldMk cId="2405659874" sldId="312"/>
            <ac:spMk id="23" creationId="{5D244547-4DE1-BA02-D330-C6DB698E5503}"/>
          </ac:spMkLst>
        </pc:spChg>
        <pc:spChg chg="add del mod">
          <ac:chgData name="Agnès Drouard" userId="380734668b9b7b1b" providerId="LiveId" clId="{57AC7B86-18E1-4505-B8C5-89A0DCCB7A98}" dt="2026-06-18T08:43:43.659" v="97" actId="478"/>
          <ac:spMkLst>
            <pc:docMk/>
            <pc:sldMk cId="2405659874" sldId="312"/>
            <ac:spMk id="25" creationId="{AB6A5D13-FB6E-0D99-B97A-A213445A2EDF}"/>
          </ac:spMkLst>
        </pc:spChg>
        <pc:spChg chg="add del mod">
          <ac:chgData name="Agnès Drouard" userId="380734668b9b7b1b" providerId="LiveId" clId="{57AC7B86-18E1-4505-B8C5-89A0DCCB7A98}" dt="2026-06-18T08:44:07.660" v="124" actId="478"/>
          <ac:spMkLst>
            <pc:docMk/>
            <pc:sldMk cId="2405659874" sldId="312"/>
            <ac:spMk id="27" creationId="{047ED702-2CCA-8EAA-A235-0418BAA97657}"/>
          </ac:spMkLst>
        </pc:spChg>
        <pc:spChg chg="add del mod">
          <ac:chgData name="Agnès Drouard" userId="380734668b9b7b1b" providerId="LiveId" clId="{57AC7B86-18E1-4505-B8C5-89A0DCCB7A98}" dt="2026-06-18T08:44:20.196" v="149" actId="478"/>
          <ac:spMkLst>
            <pc:docMk/>
            <pc:sldMk cId="2405659874" sldId="312"/>
            <ac:spMk id="29" creationId="{938A0398-2A5D-DA89-DBE3-F31556B8897B}"/>
          </ac:spMkLst>
        </pc:spChg>
        <pc:spChg chg="add del mod">
          <ac:chgData name="Agnès Drouard" userId="380734668b9b7b1b" providerId="LiveId" clId="{57AC7B86-18E1-4505-B8C5-89A0DCCB7A98}" dt="2026-06-18T08:44:44.427" v="175" actId="478"/>
          <ac:spMkLst>
            <pc:docMk/>
            <pc:sldMk cId="2405659874" sldId="312"/>
            <ac:spMk id="31" creationId="{2B01A68A-B312-085F-79D4-720FF7723DF0}"/>
          </ac:spMkLst>
        </pc:spChg>
        <pc:spChg chg="add del mod">
          <ac:chgData name="Agnès Drouard" userId="380734668b9b7b1b" providerId="LiveId" clId="{57AC7B86-18E1-4505-B8C5-89A0DCCB7A98}" dt="2026-06-18T08:45:11.302" v="190" actId="478"/>
          <ac:spMkLst>
            <pc:docMk/>
            <pc:sldMk cId="2405659874" sldId="312"/>
            <ac:spMk id="33" creationId="{EB91D10A-E719-5E8A-97C4-7209DD7CF8CC}"/>
          </ac:spMkLst>
        </pc:spChg>
        <pc:spChg chg="mod">
          <ac:chgData name="Agnès Drouard" userId="380734668b9b7b1b" providerId="LiveId" clId="{57AC7B86-18E1-4505-B8C5-89A0DCCB7A98}" dt="2026-06-18T08:43:57.671" v="106" actId="20577"/>
          <ac:spMkLst>
            <pc:docMk/>
            <pc:sldMk cId="2405659874" sldId="312"/>
            <ac:spMk id="1055" creationId="{7FDA7CB4-70FA-183D-91C7-0ECE96D3DB76}"/>
          </ac:spMkLst>
        </pc:spChg>
        <pc:spChg chg="mod">
          <ac:chgData name="Agnès Drouard" userId="380734668b9b7b1b" providerId="LiveId" clId="{57AC7B86-18E1-4505-B8C5-89A0DCCB7A98}" dt="2026-06-18T08:43:54.232" v="98" actId="1076"/>
          <ac:spMkLst>
            <pc:docMk/>
            <pc:sldMk cId="2405659874" sldId="312"/>
            <ac:spMk id="1056" creationId="{0F97151F-5171-98D5-E2E2-515F37821C64}"/>
          </ac:spMkLst>
        </pc:spChg>
        <pc:spChg chg="mod">
          <ac:chgData name="Agnès Drouard" userId="380734668b9b7b1b" providerId="LiveId" clId="{57AC7B86-18E1-4505-B8C5-89A0DCCB7A98}" dt="2026-06-18T08:45:24.038" v="192" actId="20577"/>
          <ac:spMkLst>
            <pc:docMk/>
            <pc:sldMk cId="2405659874" sldId="312"/>
            <ac:spMk id="1057" creationId="{051C38FC-6683-6059-94D6-54D80B20AE91}"/>
          </ac:spMkLst>
        </pc:spChg>
        <pc:spChg chg="mod">
          <ac:chgData name="Agnès Drouard" userId="380734668b9b7b1b" providerId="LiveId" clId="{57AC7B86-18E1-4505-B8C5-89A0DCCB7A98}" dt="2026-06-18T08:43:54.232" v="98" actId="1076"/>
          <ac:spMkLst>
            <pc:docMk/>
            <pc:sldMk cId="2405659874" sldId="312"/>
            <ac:spMk id="1058" creationId="{D155A5C8-5880-D04B-FE81-6FD4928EE9FA}"/>
          </ac:spMkLst>
        </pc:spChg>
        <pc:spChg chg="add del mod">
          <ac:chgData name="Agnès Drouard" userId="380734668b9b7b1b" providerId="LiveId" clId="{57AC7B86-18E1-4505-B8C5-89A0DCCB7A98}" dt="2026-06-18T08:45:26.550" v="193" actId="20577"/>
          <ac:spMkLst>
            <pc:docMk/>
            <pc:sldMk cId="2405659874" sldId="312"/>
            <ac:spMk id="1059" creationId="{1FC09E4F-6CB4-0DC2-40E9-0620539D0824}"/>
          </ac:spMkLst>
        </pc:spChg>
        <pc:spChg chg="del">
          <ac:chgData name="Agnès Drouard" userId="380734668b9b7b1b" providerId="LiveId" clId="{57AC7B86-18E1-4505-B8C5-89A0DCCB7A98}" dt="2026-06-18T08:43:35.031" v="93" actId="478"/>
          <ac:spMkLst>
            <pc:docMk/>
            <pc:sldMk cId="2405659874" sldId="312"/>
            <ac:spMk id="1060" creationId="{F9C2B5D2-27A5-4961-5EDB-0AD26AEE2657}"/>
          </ac:spMkLst>
        </pc:spChg>
        <pc:spChg chg="add del">
          <ac:chgData name="Agnès Drouard" userId="380734668b9b7b1b" providerId="LiveId" clId="{57AC7B86-18E1-4505-B8C5-89A0DCCB7A98}" dt="2026-06-18T08:43:35.031" v="93" actId="478"/>
          <ac:spMkLst>
            <pc:docMk/>
            <pc:sldMk cId="2405659874" sldId="312"/>
            <ac:spMk id="1061" creationId="{0E23466F-653A-A66E-F272-CFA9B8C1C2B3}"/>
          </ac:spMkLst>
        </pc:spChg>
        <pc:spChg chg="mod">
          <ac:chgData name="Agnès Drouard" userId="380734668b9b7b1b" providerId="LiveId" clId="{57AC7B86-18E1-4505-B8C5-89A0DCCB7A98}" dt="2026-06-18T08:45:02.444" v="179" actId="242"/>
          <ac:spMkLst>
            <pc:docMk/>
            <pc:sldMk cId="2405659874" sldId="312"/>
            <ac:spMk id="1062" creationId="{2D33A77D-951C-749B-E750-502856A680C4}"/>
          </ac:spMkLst>
        </pc:spChg>
        <pc:spChg chg="mod">
          <ac:chgData name="Agnès Drouard" userId="380734668b9b7b1b" providerId="LiveId" clId="{57AC7B86-18E1-4505-B8C5-89A0DCCB7A98}" dt="2026-06-18T08:44:59.283" v="178" actId="242"/>
          <ac:spMkLst>
            <pc:docMk/>
            <pc:sldMk cId="2405659874" sldId="312"/>
            <ac:spMk id="1063" creationId="{90922BAB-F9BC-C8AA-2821-B8971739E15E}"/>
          </ac:spMkLst>
        </pc:spChg>
        <pc:spChg chg="del">
          <ac:chgData name="Agnès Drouard" userId="380734668b9b7b1b" providerId="LiveId" clId="{57AC7B86-18E1-4505-B8C5-89A0DCCB7A98}" dt="2026-06-18T08:43:38.085" v="94" actId="478"/>
          <ac:spMkLst>
            <pc:docMk/>
            <pc:sldMk cId="2405659874" sldId="312"/>
            <ac:spMk id="1064" creationId="{C879BA1F-1B1D-CF58-C260-B88965772629}"/>
          </ac:spMkLst>
        </pc:spChg>
        <pc:spChg chg="mod">
          <ac:chgData name="Agnès Drouard" userId="380734668b9b7b1b" providerId="LiveId" clId="{57AC7B86-18E1-4505-B8C5-89A0DCCB7A98}" dt="2026-06-18T08:44:56.490" v="177" actId="242"/>
          <ac:spMkLst>
            <pc:docMk/>
            <pc:sldMk cId="2405659874" sldId="312"/>
            <ac:spMk id="1065" creationId="{1F48A5E8-3AAE-DD53-EC55-919C17789ECB}"/>
          </ac:spMkLst>
        </pc:spChg>
        <pc:spChg chg="add del mod">
          <ac:chgData name="Agnès Drouard" userId="380734668b9b7b1b" providerId="LiveId" clId="{57AC7B86-18E1-4505-B8C5-89A0DCCB7A98}" dt="2026-06-18T08:45:15.326" v="191" actId="242"/>
          <ac:spMkLst>
            <pc:docMk/>
            <pc:sldMk cId="2405659874" sldId="312"/>
            <ac:spMk id="1066" creationId="{EA31D81A-6B7C-7334-9A35-35F28DDECA6B}"/>
          </ac:spMkLst>
        </pc:spChg>
        <pc:spChg chg="add del">
          <ac:chgData name="Agnès Drouard" userId="380734668b9b7b1b" providerId="LiveId" clId="{57AC7B86-18E1-4505-B8C5-89A0DCCB7A98}" dt="2026-06-18T08:43:38.085" v="94" actId="478"/>
          <ac:spMkLst>
            <pc:docMk/>
            <pc:sldMk cId="2405659874" sldId="312"/>
            <ac:spMk id="1067" creationId="{CFC2EDC9-00A0-2036-477B-7CB63EF03983}"/>
          </ac:spMkLst>
        </pc:spChg>
        <pc:spChg chg="del mod">
          <ac:chgData name="Agnès Drouard" userId="380734668b9b7b1b" providerId="LiveId" clId="{57AC7B86-18E1-4505-B8C5-89A0DCCB7A98}" dt="2026-06-18T08:44:05.923" v="123" actId="478"/>
          <ac:spMkLst>
            <pc:docMk/>
            <pc:sldMk cId="2405659874" sldId="312"/>
            <ac:spMk id="1068" creationId="{91F8C105-C015-0A7B-9E87-BB20E121B505}"/>
          </ac:spMkLst>
        </pc:spChg>
        <pc:spChg chg="del mod">
          <ac:chgData name="Agnès Drouard" userId="380734668b9b7b1b" providerId="LiveId" clId="{57AC7B86-18E1-4505-B8C5-89A0DCCB7A98}" dt="2026-06-18T08:44:17.900" v="148" actId="478"/>
          <ac:spMkLst>
            <pc:docMk/>
            <pc:sldMk cId="2405659874" sldId="312"/>
            <ac:spMk id="1069" creationId="{CAC62BF8-24B3-BD8A-F80B-CE1FCCFF1FCD}"/>
          </ac:spMkLst>
        </pc:spChg>
        <pc:spChg chg="del mod">
          <ac:chgData name="Agnès Drouard" userId="380734668b9b7b1b" providerId="LiveId" clId="{57AC7B86-18E1-4505-B8C5-89A0DCCB7A98}" dt="2026-06-18T08:44:42.077" v="174" actId="478"/>
          <ac:spMkLst>
            <pc:docMk/>
            <pc:sldMk cId="2405659874" sldId="312"/>
            <ac:spMk id="1070" creationId="{F6CF0E2C-D7CB-6888-DF21-5D3F38AE0034}"/>
          </ac:spMkLst>
        </pc:spChg>
        <pc:spChg chg="add del mod">
          <ac:chgData name="Agnès Drouard" userId="380734668b9b7b1b" providerId="LiveId" clId="{57AC7B86-18E1-4505-B8C5-89A0DCCB7A98}" dt="2026-06-18T08:45:06.532" v="180" actId="478"/>
          <ac:spMkLst>
            <pc:docMk/>
            <pc:sldMk cId="2405659874" sldId="312"/>
            <ac:spMk id="1071" creationId="{97708080-6F75-6344-8216-EBE975960E63}"/>
          </ac:spMkLst>
        </pc:spChg>
        <pc:spChg chg="del">
          <ac:chgData name="Agnès Drouard" userId="380734668b9b7b1b" providerId="LiveId" clId="{57AC7B86-18E1-4505-B8C5-89A0DCCB7A98}" dt="2026-06-18T08:43:38.085" v="94" actId="478"/>
          <ac:spMkLst>
            <pc:docMk/>
            <pc:sldMk cId="2405659874" sldId="312"/>
            <ac:spMk id="1072" creationId="{12320AC0-7CF1-8134-8AE1-B7B794AC0D08}"/>
          </ac:spMkLst>
        </pc:spChg>
        <pc:spChg chg="add del">
          <ac:chgData name="Agnès Drouard" userId="380734668b9b7b1b" providerId="LiveId" clId="{57AC7B86-18E1-4505-B8C5-89A0DCCB7A98}" dt="2026-06-18T08:43:38.085" v="94" actId="478"/>
          <ac:spMkLst>
            <pc:docMk/>
            <pc:sldMk cId="2405659874" sldId="312"/>
            <ac:spMk id="1073" creationId="{2049C062-05AF-67B2-87EF-A79B315CDAEA}"/>
          </ac:spMkLst>
        </pc:spChg>
      </pc:sldChg>
      <pc:sldChg chg="new del">
        <pc:chgData name="Agnès Drouard" userId="380734668b9b7b1b" providerId="LiveId" clId="{57AC7B86-18E1-4505-B8C5-89A0DCCB7A98}" dt="2026-06-18T11:05:34.889" v="4480" actId="47"/>
        <pc:sldMkLst>
          <pc:docMk/>
          <pc:sldMk cId="2862489119" sldId="313"/>
        </pc:sldMkLst>
      </pc:sldChg>
      <pc:sldChg chg="new del">
        <pc:chgData name="Agnès Drouard" userId="380734668b9b7b1b" providerId="LiveId" clId="{57AC7B86-18E1-4505-B8C5-89A0DCCB7A98}" dt="2026-06-18T08:43:04.285" v="77" actId="47"/>
        <pc:sldMkLst>
          <pc:docMk/>
          <pc:sldMk cId="3301083921" sldId="313"/>
        </pc:sldMkLst>
      </pc:sldChg>
      <pc:sldChg chg="addSp delSp modSp add mod">
        <pc:chgData name="Agnès Drouard" userId="380734668b9b7b1b" providerId="LiveId" clId="{57AC7B86-18E1-4505-B8C5-89A0DCCB7A98}" dt="2026-06-18T09:36:11.976" v="1690" actId="207"/>
        <pc:sldMkLst>
          <pc:docMk/>
          <pc:sldMk cId="1383809890" sldId="314"/>
        </pc:sldMkLst>
        <pc:spChg chg="add mod">
          <ac:chgData name="Agnès Drouard" userId="380734668b9b7b1b" providerId="LiveId" clId="{57AC7B86-18E1-4505-B8C5-89A0DCCB7A98}" dt="2026-06-18T09:36:11.976" v="1690" actId="207"/>
          <ac:spMkLst>
            <pc:docMk/>
            <pc:sldMk cId="1383809890" sldId="314"/>
            <ac:spMk id="2" creationId="{D7F6316E-1AC4-BA19-F4D2-3541A2594E46}"/>
          </ac:spMkLst>
        </pc:spChg>
        <pc:spChg chg="add mod">
          <ac:chgData name="Agnès Drouard" userId="380734668b9b7b1b" providerId="LiveId" clId="{57AC7B86-18E1-4505-B8C5-89A0DCCB7A98}" dt="2026-06-18T09:08:38.357" v="793" actId="2085"/>
          <ac:spMkLst>
            <pc:docMk/>
            <pc:sldMk cId="1383809890" sldId="314"/>
            <ac:spMk id="3" creationId="{C0F43543-96EE-5829-7443-7FB67D826C6C}"/>
          </ac:spMkLst>
        </pc:spChg>
        <pc:spChg chg="mod">
          <ac:chgData name="Agnès Drouard" userId="380734668b9b7b1b" providerId="LiveId" clId="{57AC7B86-18E1-4505-B8C5-89A0DCCB7A98}" dt="2026-06-18T09:08:38.511" v="794" actId="2085"/>
          <ac:spMkLst>
            <pc:docMk/>
            <pc:sldMk cId="1383809890" sldId="314"/>
            <ac:spMk id="5" creationId="{142E242F-8C37-7576-A551-D28D219931A6}"/>
          </ac:spMkLst>
        </pc:spChg>
        <pc:spChg chg="mod">
          <ac:chgData name="Agnès Drouard" userId="380734668b9b7b1b" providerId="LiveId" clId="{57AC7B86-18E1-4505-B8C5-89A0DCCB7A98}" dt="2026-06-18T09:08:38.511" v="794" actId="2085"/>
          <ac:spMkLst>
            <pc:docMk/>
            <pc:sldMk cId="1383809890" sldId="314"/>
            <ac:spMk id="6" creationId="{F1318245-9750-3493-8D24-7CCA6B378629}"/>
          </ac:spMkLst>
        </pc:spChg>
        <pc:spChg chg="mod">
          <ac:chgData name="Agnès Drouard" userId="380734668b9b7b1b" providerId="LiveId" clId="{57AC7B86-18E1-4505-B8C5-89A0DCCB7A98}" dt="2026-06-18T09:08:38.511" v="794" actId="2085"/>
          <ac:spMkLst>
            <pc:docMk/>
            <pc:sldMk cId="1383809890" sldId="314"/>
            <ac:spMk id="7" creationId="{50D18288-A2D0-2986-1124-391B432A4D1A}"/>
          </ac:spMkLst>
        </pc:spChg>
        <pc:spChg chg="mod">
          <ac:chgData name="Agnès Drouard" userId="380734668b9b7b1b" providerId="LiveId" clId="{57AC7B86-18E1-4505-B8C5-89A0DCCB7A98}" dt="2026-06-18T09:08:38.511" v="794" actId="2085"/>
          <ac:spMkLst>
            <pc:docMk/>
            <pc:sldMk cId="1383809890" sldId="314"/>
            <ac:spMk id="10" creationId="{EDF1857B-A70A-E9C0-4035-6456583E9273}"/>
          </ac:spMkLst>
        </pc:spChg>
        <pc:spChg chg="mod">
          <ac:chgData name="Agnès Drouard" userId="380734668b9b7b1b" providerId="LiveId" clId="{57AC7B86-18E1-4505-B8C5-89A0DCCB7A98}" dt="2026-06-18T09:08:38.511" v="794" actId="2085"/>
          <ac:spMkLst>
            <pc:docMk/>
            <pc:sldMk cId="1383809890" sldId="314"/>
            <ac:spMk id="11" creationId="{4F37E6F7-7010-168F-3037-01ED83ABCFFA}"/>
          </ac:spMkLst>
        </pc:spChg>
        <pc:spChg chg="mod">
          <ac:chgData name="Agnès Drouard" userId="380734668b9b7b1b" providerId="LiveId" clId="{57AC7B86-18E1-4505-B8C5-89A0DCCB7A98}" dt="2026-06-18T09:08:38.511" v="794" actId="2085"/>
          <ac:spMkLst>
            <pc:docMk/>
            <pc:sldMk cId="1383809890" sldId="314"/>
            <ac:spMk id="13" creationId="{96612884-97A4-5F4D-8257-1E38D0105C24}"/>
          </ac:spMkLst>
        </pc:spChg>
        <pc:spChg chg="mod">
          <ac:chgData name="Agnès Drouard" userId="380734668b9b7b1b" providerId="LiveId" clId="{57AC7B86-18E1-4505-B8C5-89A0DCCB7A98}" dt="2026-06-18T09:08:38.511" v="794" actId="2085"/>
          <ac:spMkLst>
            <pc:docMk/>
            <pc:sldMk cId="1383809890" sldId="314"/>
            <ac:spMk id="15" creationId="{7FB53224-4594-1D73-76C1-76DDC81ECA70}"/>
          </ac:spMkLst>
        </pc:spChg>
        <pc:spChg chg="mod">
          <ac:chgData name="Agnès Drouard" userId="380734668b9b7b1b" providerId="LiveId" clId="{57AC7B86-18E1-4505-B8C5-89A0DCCB7A98}" dt="2026-06-18T09:08:38.511" v="794" actId="2085"/>
          <ac:spMkLst>
            <pc:docMk/>
            <pc:sldMk cId="1383809890" sldId="314"/>
            <ac:spMk id="18" creationId="{1AD8E732-645A-BE3C-0943-503111F01BC3}"/>
          </ac:spMkLst>
        </pc:spChg>
        <pc:spChg chg="mod">
          <ac:chgData name="Agnès Drouard" userId="380734668b9b7b1b" providerId="LiveId" clId="{57AC7B86-18E1-4505-B8C5-89A0DCCB7A98}" dt="2026-06-18T09:08:38.511" v="794" actId="2085"/>
          <ac:spMkLst>
            <pc:docMk/>
            <pc:sldMk cId="1383809890" sldId="314"/>
            <ac:spMk id="19" creationId="{CB6D85A4-B64F-51E1-CA8B-533EF873355D}"/>
          </ac:spMkLst>
        </pc:spChg>
        <pc:spChg chg="mod">
          <ac:chgData name="Agnès Drouard" userId="380734668b9b7b1b" providerId="LiveId" clId="{57AC7B86-18E1-4505-B8C5-89A0DCCB7A98}" dt="2026-06-18T09:08:38.511" v="794" actId="2085"/>
          <ac:spMkLst>
            <pc:docMk/>
            <pc:sldMk cId="1383809890" sldId="314"/>
            <ac:spMk id="22" creationId="{B29E4D5E-2DD9-23F2-55BE-F56F95E7FABC}"/>
          </ac:spMkLst>
        </pc:spChg>
        <pc:spChg chg="mod">
          <ac:chgData name="Agnès Drouard" userId="380734668b9b7b1b" providerId="LiveId" clId="{57AC7B86-18E1-4505-B8C5-89A0DCCB7A98}" dt="2026-06-18T09:08:38.205" v="792" actId="2085"/>
          <ac:spMkLst>
            <pc:docMk/>
            <pc:sldMk cId="1383809890" sldId="314"/>
            <ac:spMk id="24" creationId="{3868300B-F6FC-16EA-E547-B737BD2B33C1}"/>
          </ac:spMkLst>
        </pc:spChg>
        <pc:spChg chg="mod">
          <ac:chgData name="Agnès Drouard" userId="380734668b9b7b1b" providerId="LiveId" clId="{57AC7B86-18E1-4505-B8C5-89A0DCCB7A98}" dt="2026-06-18T09:08:38.205" v="792" actId="2085"/>
          <ac:spMkLst>
            <pc:docMk/>
            <pc:sldMk cId="1383809890" sldId="314"/>
            <ac:spMk id="25" creationId="{4C2C1ABA-488F-A710-3250-4D5C5BB9C8D7}"/>
          </ac:spMkLst>
        </pc:spChg>
        <pc:spChg chg="add del">
          <ac:chgData name="Agnès Drouard" userId="380734668b9b7b1b" providerId="LiveId" clId="{57AC7B86-18E1-4505-B8C5-89A0DCCB7A98}" dt="2026-06-18T09:05:18.478" v="769" actId="478"/>
          <ac:spMkLst>
            <pc:docMk/>
            <pc:sldMk cId="1383809890" sldId="314"/>
            <ac:spMk id="1314" creationId="{4344DA4F-60B6-0A81-38C1-D055214400A8}"/>
          </ac:spMkLst>
        </pc:spChg>
        <pc:spChg chg="mod">
          <ac:chgData name="Agnès Drouard" userId="380734668b9b7b1b" providerId="LiveId" clId="{57AC7B86-18E1-4505-B8C5-89A0DCCB7A98}" dt="2026-06-18T09:00:15.098" v="395" actId="20577"/>
          <ac:spMkLst>
            <pc:docMk/>
            <pc:sldMk cId="1383809890" sldId="314"/>
            <ac:spMk id="1317" creationId="{5BA1052C-BB1A-6EB0-C9D8-43ABD20558D7}"/>
          </ac:spMkLst>
        </pc:spChg>
        <pc:spChg chg="mod">
          <ac:chgData name="Agnès Drouard" userId="380734668b9b7b1b" providerId="LiveId" clId="{57AC7B86-18E1-4505-B8C5-89A0DCCB7A98}" dt="2026-06-18T09:01:46.864" v="595" actId="20577"/>
          <ac:spMkLst>
            <pc:docMk/>
            <pc:sldMk cId="1383809890" sldId="314"/>
            <ac:spMk id="1318" creationId="{284C42B1-B9B9-1899-A506-38428A1E50D2}"/>
          </ac:spMkLst>
        </pc:spChg>
        <pc:spChg chg="mod">
          <ac:chgData name="Agnès Drouard" userId="380734668b9b7b1b" providerId="LiveId" clId="{57AC7B86-18E1-4505-B8C5-89A0DCCB7A98}" dt="2026-06-18T09:01:37.609" v="554" actId="20577"/>
          <ac:spMkLst>
            <pc:docMk/>
            <pc:sldMk cId="1383809890" sldId="314"/>
            <ac:spMk id="1319" creationId="{77562F43-844F-E550-56C4-6BECAB007E03}"/>
          </ac:spMkLst>
        </pc:spChg>
        <pc:spChg chg="mod">
          <ac:chgData name="Agnès Drouard" userId="380734668b9b7b1b" providerId="LiveId" clId="{57AC7B86-18E1-4505-B8C5-89A0DCCB7A98}" dt="2026-06-18T09:03:53.019" v="767" actId="20577"/>
          <ac:spMkLst>
            <pc:docMk/>
            <pc:sldMk cId="1383809890" sldId="314"/>
            <ac:spMk id="1320" creationId="{85FE2A9F-EE5A-078B-A652-2D140C8E65E7}"/>
          </ac:spMkLst>
        </pc:spChg>
        <pc:spChg chg="mod">
          <ac:chgData name="Agnès Drouard" userId="380734668b9b7b1b" providerId="LiveId" clId="{57AC7B86-18E1-4505-B8C5-89A0DCCB7A98}" dt="2026-06-18T09:00:20.175" v="405" actId="20577"/>
          <ac:spMkLst>
            <pc:docMk/>
            <pc:sldMk cId="1383809890" sldId="314"/>
            <ac:spMk id="1321" creationId="{8068FF0E-9504-AA2E-BA96-7EDE7C3D23E3}"/>
          </ac:spMkLst>
        </pc:spChg>
        <pc:spChg chg="mod">
          <ac:chgData name="Agnès Drouard" userId="380734668b9b7b1b" providerId="LiveId" clId="{57AC7B86-18E1-4505-B8C5-89A0DCCB7A98}" dt="2026-06-18T09:00:24.128" v="413" actId="20577"/>
          <ac:spMkLst>
            <pc:docMk/>
            <pc:sldMk cId="1383809890" sldId="314"/>
            <ac:spMk id="1322" creationId="{9C5EC6DA-2215-1C70-5BE5-2B0AEB4AE336}"/>
          </ac:spMkLst>
        </pc:spChg>
        <pc:spChg chg="mod">
          <ac:chgData name="Agnès Drouard" userId="380734668b9b7b1b" providerId="LiveId" clId="{57AC7B86-18E1-4505-B8C5-89A0DCCB7A98}" dt="2026-06-18T09:00:28.129" v="422" actId="20577"/>
          <ac:spMkLst>
            <pc:docMk/>
            <pc:sldMk cId="1383809890" sldId="314"/>
            <ac:spMk id="1323" creationId="{C2B35998-74A9-7569-4B9C-E84A473564CA}"/>
          </ac:spMkLst>
        </pc:spChg>
        <pc:grpChg chg="mod">
          <ac:chgData name="Agnès Drouard" userId="380734668b9b7b1b" providerId="LiveId" clId="{57AC7B86-18E1-4505-B8C5-89A0DCCB7A98}" dt="2026-06-18T09:06:25.682" v="776" actId="1076"/>
          <ac:grpSpMkLst>
            <pc:docMk/>
            <pc:sldMk cId="1383809890" sldId="314"/>
            <ac:grpSpMk id="4" creationId="{D24F259D-0765-C101-17EB-6FABC056E7DB}"/>
          </ac:grpSpMkLst>
        </pc:grpChg>
        <pc:grpChg chg="add mod">
          <ac:chgData name="Agnès Drouard" userId="380734668b9b7b1b" providerId="LiveId" clId="{57AC7B86-18E1-4505-B8C5-89A0DCCB7A98}" dt="2026-06-18T09:08:16.387" v="784" actId="207"/>
          <ac:grpSpMkLst>
            <pc:docMk/>
            <pc:sldMk cId="1383809890" sldId="314"/>
            <ac:grpSpMk id="23" creationId="{296A63E0-1442-77E7-71A2-978D80EEB39C}"/>
          </ac:grpSpMkLst>
        </pc:grpChg>
        <pc:grpChg chg="del">
          <ac:chgData name="Agnès Drouard" userId="380734668b9b7b1b" providerId="LiveId" clId="{57AC7B86-18E1-4505-B8C5-89A0DCCB7A98}" dt="2026-06-18T09:08:06.046" v="781" actId="478"/>
          <ac:grpSpMkLst>
            <pc:docMk/>
            <pc:sldMk cId="1383809890" sldId="314"/>
            <ac:grpSpMk id="1324" creationId="{5977E8E3-387B-E284-2F81-8E676175AAAE}"/>
          </ac:grpSpMkLst>
        </pc:grpChg>
        <pc:grpChg chg="del">
          <ac:chgData name="Agnès Drouard" userId="380734668b9b7b1b" providerId="LiveId" clId="{57AC7B86-18E1-4505-B8C5-89A0DCCB7A98}" dt="2026-06-18T09:06:18.849" v="774" actId="478"/>
          <ac:grpSpMkLst>
            <pc:docMk/>
            <pc:sldMk cId="1383809890" sldId="314"/>
            <ac:grpSpMk id="1340" creationId="{36888CDF-A954-4097-E5AA-BEE06FE3AF18}"/>
          </ac:grpSpMkLst>
        </pc:grpChg>
        <pc:grpChg chg="del">
          <ac:chgData name="Agnès Drouard" userId="380734668b9b7b1b" providerId="LiveId" clId="{57AC7B86-18E1-4505-B8C5-89A0DCCB7A98}" dt="2026-06-18T09:05:21.685" v="770" actId="478"/>
          <ac:grpSpMkLst>
            <pc:docMk/>
            <pc:sldMk cId="1383809890" sldId="314"/>
            <ac:grpSpMk id="1363" creationId="{E6D06CE0-6FBB-0F1A-7B1D-8A8B2BBBF8B2}"/>
          </ac:grpSpMkLst>
        </pc:grpChg>
      </pc:sldChg>
      <pc:sldChg chg="addSp delSp modSp add mod modNotesTx">
        <pc:chgData name="Agnès Drouard" userId="380734668b9b7b1b" providerId="LiveId" clId="{57AC7B86-18E1-4505-B8C5-89A0DCCB7A98}" dt="2026-06-19T14:31:32.199" v="4881" actId="20577"/>
        <pc:sldMkLst>
          <pc:docMk/>
          <pc:sldMk cId="2326293078" sldId="315"/>
        </pc:sldMkLst>
        <pc:spChg chg="add mod">
          <ac:chgData name="Agnès Drouard" userId="380734668b9b7b1b" providerId="LiveId" clId="{57AC7B86-18E1-4505-B8C5-89A0DCCB7A98}" dt="2026-06-18T09:36:05.827" v="1689" actId="207"/>
          <ac:spMkLst>
            <pc:docMk/>
            <pc:sldMk cId="2326293078" sldId="315"/>
            <ac:spMk id="2" creationId="{21CB8781-1D0A-5BBF-4AA2-0DBCC7872FC0}"/>
          </ac:spMkLst>
        </pc:spChg>
        <pc:spChg chg="add mod">
          <ac:chgData name="Agnès Drouard" userId="380734668b9b7b1b" providerId="LiveId" clId="{57AC7B86-18E1-4505-B8C5-89A0DCCB7A98}" dt="2026-06-18T09:19:29.966" v="1272" actId="1037"/>
          <ac:spMkLst>
            <pc:docMk/>
            <pc:sldMk cId="2326293078" sldId="315"/>
            <ac:spMk id="12" creationId="{F4BA4ABC-30A1-BE0E-F912-72F0CB6A7870}"/>
          </ac:spMkLst>
        </pc:spChg>
        <pc:spChg chg="add mod">
          <ac:chgData name="Agnès Drouard" userId="380734668b9b7b1b" providerId="LiveId" clId="{57AC7B86-18E1-4505-B8C5-89A0DCCB7A98}" dt="2026-06-18T09:19:29.966" v="1272" actId="1037"/>
          <ac:spMkLst>
            <pc:docMk/>
            <pc:sldMk cId="2326293078" sldId="315"/>
            <ac:spMk id="13" creationId="{53542F62-E623-4526-0673-D8CF35EB41E5}"/>
          </ac:spMkLst>
        </pc:spChg>
        <pc:spChg chg="mod">
          <ac:chgData name="Agnès Drouard" userId="380734668b9b7b1b" providerId="LiveId" clId="{57AC7B86-18E1-4505-B8C5-89A0DCCB7A98}" dt="2026-06-18T09:12:30.332" v="872" actId="20577"/>
          <ac:spMkLst>
            <pc:docMk/>
            <pc:sldMk cId="2326293078" sldId="315"/>
            <ac:spMk id="1994" creationId="{C3D861DA-ADFD-0F1D-7173-14B6EEB4B377}"/>
          </ac:spMkLst>
        </pc:spChg>
        <pc:spChg chg="mod">
          <ac:chgData name="Agnès Drouard" userId="380734668b9b7b1b" providerId="LiveId" clId="{57AC7B86-18E1-4505-B8C5-89A0DCCB7A98}" dt="2026-06-18T09:11:12.889" v="843" actId="207"/>
          <ac:spMkLst>
            <pc:docMk/>
            <pc:sldMk cId="2326293078" sldId="315"/>
            <ac:spMk id="1995" creationId="{BF98686A-C2C7-6253-1798-E12A3F99F367}"/>
          </ac:spMkLst>
        </pc:spChg>
        <pc:spChg chg="mod">
          <ac:chgData name="Agnès Drouard" userId="380734668b9b7b1b" providerId="LiveId" clId="{57AC7B86-18E1-4505-B8C5-89A0DCCB7A98}" dt="2026-06-18T09:19:29.966" v="1272" actId="1037"/>
          <ac:spMkLst>
            <pc:docMk/>
            <pc:sldMk cId="2326293078" sldId="315"/>
            <ac:spMk id="1996" creationId="{0E98F373-9A4B-AC8F-26FD-F55D4323BD06}"/>
          </ac:spMkLst>
        </pc:spChg>
        <pc:spChg chg="mod">
          <ac:chgData name="Agnès Drouard" userId="380734668b9b7b1b" providerId="LiveId" clId="{57AC7B86-18E1-4505-B8C5-89A0DCCB7A98}" dt="2026-06-18T09:11:34.818" v="853" actId="207"/>
          <ac:spMkLst>
            <pc:docMk/>
            <pc:sldMk cId="2326293078" sldId="315"/>
            <ac:spMk id="1997" creationId="{614D5840-9884-DCDE-33BB-02352AAE28AD}"/>
          </ac:spMkLst>
        </pc:spChg>
        <pc:spChg chg="del">
          <ac:chgData name="Agnès Drouard" userId="380734668b9b7b1b" providerId="LiveId" clId="{57AC7B86-18E1-4505-B8C5-89A0DCCB7A98}" dt="2026-06-18T09:16:08.872" v="984" actId="478"/>
          <ac:spMkLst>
            <pc:docMk/>
            <pc:sldMk cId="2326293078" sldId="315"/>
            <ac:spMk id="1998" creationId="{3AD6EA94-1138-CD8D-37C4-91AFB2DD6934}"/>
          </ac:spMkLst>
        </pc:spChg>
        <pc:spChg chg="mod">
          <ac:chgData name="Agnès Drouard" userId="380734668b9b7b1b" providerId="LiveId" clId="{57AC7B86-18E1-4505-B8C5-89A0DCCB7A98}" dt="2026-06-18T09:17:13.890" v="1099" actId="20577"/>
          <ac:spMkLst>
            <pc:docMk/>
            <pc:sldMk cId="2326293078" sldId="315"/>
            <ac:spMk id="1999" creationId="{10499AA3-2A2D-FDC9-6DE5-A077AA83144A}"/>
          </ac:spMkLst>
        </pc:spChg>
        <pc:spChg chg="mod">
          <ac:chgData name="Agnès Drouard" userId="380734668b9b7b1b" providerId="LiveId" clId="{57AC7B86-18E1-4505-B8C5-89A0DCCB7A98}" dt="2026-06-18T09:19:29.966" v="1272" actId="1037"/>
          <ac:spMkLst>
            <pc:docMk/>
            <pc:sldMk cId="2326293078" sldId="315"/>
            <ac:spMk id="2001" creationId="{D55F4616-2598-D911-1579-B9282B1BC750}"/>
          </ac:spMkLst>
        </pc:spChg>
        <pc:spChg chg="del">
          <ac:chgData name="Agnès Drouard" userId="380734668b9b7b1b" providerId="LiveId" clId="{57AC7B86-18E1-4505-B8C5-89A0DCCB7A98}" dt="2026-06-18T09:16:17.647" v="989" actId="478"/>
          <ac:spMkLst>
            <pc:docMk/>
            <pc:sldMk cId="2326293078" sldId="315"/>
            <ac:spMk id="2002" creationId="{D9091F72-B13B-2307-9C42-1B1569779822}"/>
          </ac:spMkLst>
        </pc:spChg>
        <pc:spChg chg="del">
          <ac:chgData name="Agnès Drouard" userId="380734668b9b7b1b" providerId="LiveId" clId="{57AC7B86-18E1-4505-B8C5-89A0DCCB7A98}" dt="2026-06-18T09:16:11.336" v="985" actId="478"/>
          <ac:spMkLst>
            <pc:docMk/>
            <pc:sldMk cId="2326293078" sldId="315"/>
            <ac:spMk id="2003" creationId="{A50F048E-6521-CD36-7771-5B6DA1B952ED}"/>
          </ac:spMkLst>
        </pc:spChg>
        <pc:spChg chg="del">
          <ac:chgData name="Agnès Drouard" userId="380734668b9b7b1b" providerId="LiveId" clId="{57AC7B86-18E1-4505-B8C5-89A0DCCB7A98}" dt="2026-06-18T09:16:16.216" v="988" actId="478"/>
          <ac:spMkLst>
            <pc:docMk/>
            <pc:sldMk cId="2326293078" sldId="315"/>
            <ac:spMk id="2004" creationId="{4CF7522B-E525-7000-AD03-1F90BCFE5789}"/>
          </ac:spMkLst>
        </pc:spChg>
        <pc:spChg chg="del">
          <ac:chgData name="Agnès Drouard" userId="380734668b9b7b1b" providerId="LiveId" clId="{57AC7B86-18E1-4505-B8C5-89A0DCCB7A98}" dt="2026-06-18T09:16:14.371" v="986" actId="478"/>
          <ac:spMkLst>
            <pc:docMk/>
            <pc:sldMk cId="2326293078" sldId="315"/>
            <ac:spMk id="2006" creationId="{0C14DF5C-BF02-D751-98EE-FFF632287085}"/>
          </ac:spMkLst>
        </pc:spChg>
        <pc:cxnChg chg="add mod">
          <ac:chgData name="Agnès Drouard" userId="380734668b9b7b1b" providerId="LiveId" clId="{57AC7B86-18E1-4505-B8C5-89A0DCCB7A98}" dt="2026-06-18T09:19:29.966" v="1272" actId="1037"/>
          <ac:cxnSpMkLst>
            <pc:docMk/>
            <pc:sldMk cId="2326293078" sldId="315"/>
            <ac:cxnSpMk id="15" creationId="{517026C7-C86F-EA5E-E72B-3E4029C74F35}"/>
          </ac:cxnSpMkLst>
        </pc:cxnChg>
        <pc:cxnChg chg="add mod">
          <ac:chgData name="Agnès Drouard" userId="380734668b9b7b1b" providerId="LiveId" clId="{57AC7B86-18E1-4505-B8C5-89A0DCCB7A98}" dt="2026-06-18T09:19:29.966" v="1272" actId="1037"/>
          <ac:cxnSpMkLst>
            <pc:docMk/>
            <pc:sldMk cId="2326293078" sldId="315"/>
            <ac:cxnSpMk id="18" creationId="{D1952801-2E26-4A4D-13BA-8F450E47F839}"/>
          </ac:cxnSpMkLst>
        </pc:cxnChg>
        <pc:cxnChg chg="add mod">
          <ac:chgData name="Agnès Drouard" userId="380734668b9b7b1b" providerId="LiveId" clId="{57AC7B86-18E1-4505-B8C5-89A0DCCB7A98}" dt="2026-06-18T09:30:58.819" v="1569" actId="14100"/>
          <ac:cxnSpMkLst>
            <pc:docMk/>
            <pc:sldMk cId="2326293078" sldId="315"/>
            <ac:cxnSpMk id="21" creationId="{FD8E63E6-87BD-1490-17C5-FC8FE3014085}"/>
          </ac:cxnSpMkLst>
        </pc:cxnChg>
        <pc:cxnChg chg="del mod">
          <ac:chgData name="Agnès Drouard" userId="380734668b9b7b1b" providerId="LiveId" clId="{57AC7B86-18E1-4505-B8C5-89A0DCCB7A98}" dt="2026-06-18T09:16:15.110" v="987" actId="478"/>
          <ac:cxnSpMkLst>
            <pc:docMk/>
            <pc:sldMk cId="2326293078" sldId="315"/>
            <ac:cxnSpMk id="2005" creationId="{63C2674F-C3C9-BFE6-6219-E95033E598DC}"/>
          </ac:cxnSpMkLst>
        </pc:cxnChg>
        <pc:cxnChg chg="del mod">
          <ac:chgData name="Agnès Drouard" userId="380734668b9b7b1b" providerId="LiveId" clId="{57AC7B86-18E1-4505-B8C5-89A0DCCB7A98}" dt="2026-06-18T09:16:22.535" v="991" actId="478"/>
          <ac:cxnSpMkLst>
            <pc:docMk/>
            <pc:sldMk cId="2326293078" sldId="315"/>
            <ac:cxnSpMk id="2007" creationId="{DE11D06C-EAE9-4EC4-BDBF-91AAC1892338}"/>
          </ac:cxnSpMkLst>
        </pc:cxnChg>
        <pc:cxnChg chg="del mod">
          <ac:chgData name="Agnès Drouard" userId="380734668b9b7b1b" providerId="LiveId" clId="{57AC7B86-18E1-4505-B8C5-89A0DCCB7A98}" dt="2026-06-18T09:16:20.839" v="990" actId="478"/>
          <ac:cxnSpMkLst>
            <pc:docMk/>
            <pc:sldMk cId="2326293078" sldId="315"/>
            <ac:cxnSpMk id="2008" creationId="{9B90EEAB-3FBB-F455-DBEE-0051C08D81BF}"/>
          </ac:cxnSpMkLst>
        </pc:cxnChg>
        <pc:cxnChg chg="del mod">
          <ac:chgData name="Agnès Drouard" userId="380734668b9b7b1b" providerId="LiveId" clId="{57AC7B86-18E1-4505-B8C5-89A0DCCB7A98}" dt="2026-06-18T09:16:11.336" v="985" actId="478"/>
          <ac:cxnSpMkLst>
            <pc:docMk/>
            <pc:sldMk cId="2326293078" sldId="315"/>
            <ac:cxnSpMk id="2009" creationId="{8BF7A390-A163-54DD-83C0-4910BD5649F6}"/>
          </ac:cxnSpMkLst>
        </pc:cxnChg>
        <pc:cxnChg chg="mod">
          <ac:chgData name="Agnès Drouard" userId="380734668b9b7b1b" providerId="LiveId" clId="{57AC7B86-18E1-4505-B8C5-89A0DCCB7A98}" dt="2026-06-18T09:19:29.966" v="1272" actId="1037"/>
          <ac:cxnSpMkLst>
            <pc:docMk/>
            <pc:sldMk cId="2326293078" sldId="315"/>
            <ac:cxnSpMk id="2011" creationId="{12A8F27B-9922-5845-9D98-C09B5ABB3C73}"/>
          </ac:cxnSpMkLst>
        </pc:cxnChg>
        <pc:cxnChg chg="del mod">
          <ac:chgData name="Agnès Drouard" userId="380734668b9b7b1b" providerId="LiveId" clId="{57AC7B86-18E1-4505-B8C5-89A0DCCB7A98}" dt="2026-06-18T09:16:11.336" v="985" actId="478"/>
          <ac:cxnSpMkLst>
            <pc:docMk/>
            <pc:sldMk cId="2326293078" sldId="315"/>
            <ac:cxnSpMk id="2012" creationId="{342799C0-F8ED-7997-E949-CC3892B3147A}"/>
          </ac:cxnSpMkLst>
        </pc:cxnChg>
        <pc:cxnChg chg="del mod">
          <ac:chgData name="Agnès Drouard" userId="380734668b9b7b1b" providerId="LiveId" clId="{57AC7B86-18E1-4505-B8C5-89A0DCCB7A98}" dt="2026-06-18T09:16:11.336" v="985" actId="478"/>
          <ac:cxnSpMkLst>
            <pc:docMk/>
            <pc:sldMk cId="2326293078" sldId="315"/>
            <ac:cxnSpMk id="2013" creationId="{8338877C-C4E6-26F3-0ECD-87D0A64E55FF}"/>
          </ac:cxnSpMkLst>
        </pc:cxnChg>
      </pc:sldChg>
      <pc:sldChg chg="addSp delSp modSp add mod modNotesTx">
        <pc:chgData name="Agnès Drouard" userId="380734668b9b7b1b" providerId="LiveId" clId="{57AC7B86-18E1-4505-B8C5-89A0DCCB7A98}" dt="2026-06-19T14:43:34.178" v="5476" actId="20577"/>
        <pc:sldMkLst>
          <pc:docMk/>
          <pc:sldMk cId="1453550682" sldId="316"/>
        </pc:sldMkLst>
        <pc:spChg chg="del">
          <ac:chgData name="Agnès Drouard" userId="380734668b9b7b1b" providerId="LiveId" clId="{57AC7B86-18E1-4505-B8C5-89A0DCCB7A98}" dt="2026-06-18T09:36:18.837" v="1691" actId="478"/>
          <ac:spMkLst>
            <pc:docMk/>
            <pc:sldMk cId="1453550682" sldId="316"/>
            <ac:spMk id="2" creationId="{462D6177-0E73-61A3-2C2F-E91330E0DDCA}"/>
          </ac:spMkLst>
        </pc:spChg>
        <pc:spChg chg="add mod">
          <ac:chgData name="Agnès Drouard" userId="380734668b9b7b1b" providerId="LiveId" clId="{57AC7B86-18E1-4505-B8C5-89A0DCCB7A98}" dt="2026-06-18T09:29:48.612" v="1540" actId="1037"/>
          <ac:spMkLst>
            <pc:docMk/>
            <pc:sldMk cId="1453550682" sldId="316"/>
            <ac:spMk id="33" creationId="{72E055FF-5972-7D65-ACF3-3B413DFCA3D3}"/>
          </ac:spMkLst>
        </pc:spChg>
        <pc:spChg chg="add mod">
          <ac:chgData name="Agnès Drouard" userId="380734668b9b7b1b" providerId="LiveId" clId="{57AC7B86-18E1-4505-B8C5-89A0DCCB7A98}" dt="2026-06-18T09:36:19.135" v="1692"/>
          <ac:spMkLst>
            <pc:docMk/>
            <pc:sldMk cId="1453550682" sldId="316"/>
            <ac:spMk id="1989" creationId="{19C17360-B810-497E-67A3-C86480652A0D}"/>
          </ac:spMkLst>
        </pc:spChg>
        <pc:spChg chg="mod">
          <ac:chgData name="Agnès Drouard" userId="380734668b9b7b1b" providerId="LiveId" clId="{57AC7B86-18E1-4505-B8C5-89A0DCCB7A98}" dt="2026-06-18T09:12:34.414" v="876" actId="20577"/>
          <ac:spMkLst>
            <pc:docMk/>
            <pc:sldMk cId="1453550682" sldId="316"/>
            <ac:spMk id="1994" creationId="{B167548C-5F52-DF93-BE03-2CD2C59AEF53}"/>
          </ac:spMkLst>
        </pc:spChg>
        <pc:spChg chg="mod">
          <ac:chgData name="Agnès Drouard" userId="380734668b9b7b1b" providerId="LiveId" clId="{57AC7B86-18E1-4505-B8C5-89A0DCCB7A98}" dt="2026-06-18T09:32:00.616" v="1596" actId="1037"/>
          <ac:spMkLst>
            <pc:docMk/>
            <pc:sldMk cId="1453550682" sldId="316"/>
            <ac:spMk id="1995" creationId="{706F77EB-01A2-3BC9-A067-F68AAAF8AD73}"/>
          </ac:spMkLst>
        </pc:spChg>
        <pc:spChg chg="mod">
          <ac:chgData name="Agnès Drouard" userId="380734668b9b7b1b" providerId="LiveId" clId="{57AC7B86-18E1-4505-B8C5-89A0DCCB7A98}" dt="2026-06-18T09:31:53.809" v="1591" actId="12788"/>
          <ac:spMkLst>
            <pc:docMk/>
            <pc:sldMk cId="1453550682" sldId="316"/>
            <ac:spMk id="1996" creationId="{699D9E91-170C-59AC-27B8-FB453112ECE8}"/>
          </ac:spMkLst>
        </pc:spChg>
        <pc:spChg chg="mod">
          <ac:chgData name="Agnès Drouard" userId="380734668b9b7b1b" providerId="LiveId" clId="{57AC7B86-18E1-4505-B8C5-89A0DCCB7A98}" dt="2026-06-18T09:30:14.163" v="1556" actId="12788"/>
          <ac:spMkLst>
            <pc:docMk/>
            <pc:sldMk cId="1453550682" sldId="316"/>
            <ac:spMk id="1997" creationId="{70FA16F3-D942-562B-9F6E-10BE47BD4DBC}"/>
          </ac:spMkLst>
        </pc:spChg>
        <pc:spChg chg="mod">
          <ac:chgData name="Agnès Drouard" userId="380734668b9b7b1b" providerId="LiveId" clId="{57AC7B86-18E1-4505-B8C5-89A0DCCB7A98}" dt="2026-06-18T09:22:43.487" v="1459" actId="12788"/>
          <ac:spMkLst>
            <pc:docMk/>
            <pc:sldMk cId="1453550682" sldId="316"/>
            <ac:spMk id="1998" creationId="{3A645380-9040-5753-3B3C-C3E92FF6DA6B}"/>
          </ac:spMkLst>
        </pc:spChg>
        <pc:spChg chg="mod">
          <ac:chgData name="Agnès Drouard" userId="380734668b9b7b1b" providerId="LiveId" clId="{57AC7B86-18E1-4505-B8C5-89A0DCCB7A98}" dt="2026-06-18T09:29:25.178" v="1523" actId="164"/>
          <ac:spMkLst>
            <pc:docMk/>
            <pc:sldMk cId="1453550682" sldId="316"/>
            <ac:spMk id="1999" creationId="{3FAF3D86-8EE9-A0B8-B107-E7F1A8099088}"/>
          </ac:spMkLst>
        </pc:spChg>
        <pc:spChg chg="mod">
          <ac:chgData name="Agnès Drouard" userId="380734668b9b7b1b" providerId="LiveId" clId="{57AC7B86-18E1-4505-B8C5-89A0DCCB7A98}" dt="2026-06-18T09:31:53.809" v="1591" actId="12788"/>
          <ac:spMkLst>
            <pc:docMk/>
            <pc:sldMk cId="1453550682" sldId="316"/>
            <ac:spMk id="2001" creationId="{23E8E493-50EB-43C2-71D2-AF76D898093B}"/>
          </ac:spMkLst>
        </pc:spChg>
        <pc:spChg chg="mod">
          <ac:chgData name="Agnès Drouard" userId="380734668b9b7b1b" providerId="LiveId" clId="{57AC7B86-18E1-4505-B8C5-89A0DCCB7A98}" dt="2026-06-18T09:22:26.321" v="1455" actId="12788"/>
          <ac:spMkLst>
            <pc:docMk/>
            <pc:sldMk cId="1453550682" sldId="316"/>
            <ac:spMk id="2002" creationId="{28AD2890-DADF-4FDD-62CC-01B753C07635}"/>
          </ac:spMkLst>
        </pc:spChg>
        <pc:spChg chg="mod">
          <ac:chgData name="Agnès Drouard" userId="380734668b9b7b1b" providerId="LiveId" clId="{57AC7B86-18E1-4505-B8C5-89A0DCCB7A98}" dt="2026-06-18T09:22:26.321" v="1455" actId="12788"/>
          <ac:spMkLst>
            <pc:docMk/>
            <pc:sldMk cId="1453550682" sldId="316"/>
            <ac:spMk id="2003" creationId="{F001E72D-9906-4707-42FE-2B6C3E0A5ACF}"/>
          </ac:spMkLst>
        </pc:spChg>
        <pc:spChg chg="mod">
          <ac:chgData name="Agnès Drouard" userId="380734668b9b7b1b" providerId="LiveId" clId="{57AC7B86-18E1-4505-B8C5-89A0DCCB7A98}" dt="2026-06-18T09:16:00.142" v="983" actId="20577"/>
          <ac:spMkLst>
            <pc:docMk/>
            <pc:sldMk cId="1453550682" sldId="316"/>
            <ac:spMk id="2004" creationId="{FF1E4F8E-F131-0AA3-381D-5551DC5425E6}"/>
          </ac:spMkLst>
        </pc:spChg>
        <pc:spChg chg="mod">
          <ac:chgData name="Agnès Drouard" userId="380734668b9b7b1b" providerId="LiveId" clId="{57AC7B86-18E1-4505-B8C5-89A0DCCB7A98}" dt="2026-06-18T09:22:43.487" v="1459" actId="12788"/>
          <ac:spMkLst>
            <pc:docMk/>
            <pc:sldMk cId="1453550682" sldId="316"/>
            <ac:spMk id="2006" creationId="{FFDEF97C-FA75-4FEF-D01C-D58A05E3DF8C}"/>
          </ac:spMkLst>
        </pc:spChg>
        <pc:grpChg chg="add mod">
          <ac:chgData name="Agnès Drouard" userId="380734668b9b7b1b" providerId="LiveId" clId="{57AC7B86-18E1-4505-B8C5-89A0DCCB7A98}" dt="2026-06-18T09:30:14.163" v="1556" actId="12788"/>
          <ac:grpSpMkLst>
            <pc:docMk/>
            <pc:sldMk cId="1453550682" sldId="316"/>
            <ac:grpSpMk id="49" creationId="{9929E862-F2D7-1BBA-677B-15A2A401B169}"/>
          </ac:grpSpMkLst>
        </pc:grpChg>
        <pc:cxnChg chg="add mod">
          <ac:chgData name="Agnès Drouard" userId="380734668b9b7b1b" providerId="LiveId" clId="{57AC7B86-18E1-4505-B8C5-89A0DCCB7A98}" dt="2026-06-18T09:30:20.847" v="1559" actId="14100"/>
          <ac:cxnSpMkLst>
            <pc:docMk/>
            <pc:sldMk cId="1453550682" sldId="316"/>
            <ac:cxnSpMk id="53" creationId="{1C237931-245E-2009-6DA6-853FD2FEC6DD}"/>
          </ac:cxnSpMkLst>
        </pc:cxnChg>
        <pc:cxnChg chg="add mod">
          <ac:chgData name="Agnès Drouard" userId="380734668b9b7b1b" providerId="LiveId" clId="{57AC7B86-18E1-4505-B8C5-89A0DCCB7A98}" dt="2026-06-18T09:32:00.616" v="1596" actId="1037"/>
          <ac:cxnSpMkLst>
            <pc:docMk/>
            <pc:sldMk cId="1453550682" sldId="316"/>
            <ac:cxnSpMk id="56" creationId="{2BF8A156-153F-7659-0366-DCA3E9E7E747}"/>
          </ac:cxnSpMkLst>
        </pc:cxnChg>
        <pc:cxnChg chg="add mod">
          <ac:chgData name="Agnès Drouard" userId="380734668b9b7b1b" providerId="LiveId" clId="{57AC7B86-18E1-4505-B8C5-89A0DCCB7A98}" dt="2026-06-18T09:32:00.616" v="1596" actId="1037"/>
          <ac:cxnSpMkLst>
            <pc:docMk/>
            <pc:sldMk cId="1453550682" sldId="316"/>
            <ac:cxnSpMk id="57" creationId="{5D718BFE-E26F-DF88-162D-B30FD8BA26D9}"/>
          </ac:cxnSpMkLst>
        </pc:cxnChg>
        <pc:cxnChg chg="add mod">
          <ac:chgData name="Agnès Drouard" userId="380734668b9b7b1b" providerId="LiveId" clId="{57AC7B86-18E1-4505-B8C5-89A0DCCB7A98}" dt="2026-06-18T09:32:00.616" v="1596" actId="1037"/>
          <ac:cxnSpMkLst>
            <pc:docMk/>
            <pc:sldMk cId="1453550682" sldId="316"/>
            <ac:cxnSpMk id="58" creationId="{D39471D6-42B5-CA6C-E884-B024E41419C6}"/>
          </ac:cxnSpMkLst>
        </pc:cxnChg>
        <pc:cxnChg chg="mod">
          <ac:chgData name="Agnès Drouard" userId="380734668b9b7b1b" providerId="LiveId" clId="{57AC7B86-18E1-4505-B8C5-89A0DCCB7A98}" dt="2026-06-18T09:32:00.616" v="1596" actId="1037"/>
          <ac:cxnSpMkLst>
            <pc:docMk/>
            <pc:sldMk cId="1453550682" sldId="316"/>
            <ac:cxnSpMk id="2000" creationId="{4D36B795-7FCF-E7DB-A805-198FF318C50A}"/>
          </ac:cxnSpMkLst>
        </pc:cxnChg>
        <pc:cxnChg chg="mod">
          <ac:chgData name="Agnès Drouard" userId="380734668b9b7b1b" providerId="LiveId" clId="{57AC7B86-18E1-4505-B8C5-89A0DCCB7A98}" dt="2026-06-18T09:22:26.321" v="1455" actId="12788"/>
          <ac:cxnSpMkLst>
            <pc:docMk/>
            <pc:sldMk cId="1453550682" sldId="316"/>
            <ac:cxnSpMk id="2005" creationId="{7A305D0A-5E6D-E321-5DFF-50CAF06E3D92}"/>
          </ac:cxnSpMkLst>
        </pc:cxnChg>
        <pc:cxnChg chg="del mod">
          <ac:chgData name="Agnès Drouard" userId="380734668b9b7b1b" providerId="LiveId" clId="{57AC7B86-18E1-4505-B8C5-89A0DCCB7A98}" dt="2026-06-18T09:14:19.297" v="932" actId="478"/>
          <ac:cxnSpMkLst>
            <pc:docMk/>
            <pc:sldMk cId="1453550682" sldId="316"/>
            <ac:cxnSpMk id="2007" creationId="{513C5FBF-7004-6A09-93B0-C3E151B44917}"/>
          </ac:cxnSpMkLst>
        </pc:cxnChg>
        <pc:cxnChg chg="del mod">
          <ac:chgData name="Agnès Drouard" userId="380734668b9b7b1b" providerId="LiveId" clId="{57AC7B86-18E1-4505-B8C5-89A0DCCB7A98}" dt="2026-06-18T09:14:20.876" v="933" actId="478"/>
          <ac:cxnSpMkLst>
            <pc:docMk/>
            <pc:sldMk cId="1453550682" sldId="316"/>
            <ac:cxnSpMk id="2008" creationId="{F25230E7-1CCE-A8CD-8168-CA0B4185267A}"/>
          </ac:cxnSpMkLst>
        </pc:cxnChg>
        <pc:cxnChg chg="del mod">
          <ac:chgData name="Agnès Drouard" userId="380734668b9b7b1b" providerId="LiveId" clId="{57AC7B86-18E1-4505-B8C5-89A0DCCB7A98}" dt="2026-06-18T09:14:22.007" v="934" actId="478"/>
          <ac:cxnSpMkLst>
            <pc:docMk/>
            <pc:sldMk cId="1453550682" sldId="316"/>
            <ac:cxnSpMk id="2009" creationId="{28BBC593-4875-9F0D-93D0-18CF80A2EC3A}"/>
          </ac:cxnSpMkLst>
        </pc:cxnChg>
        <pc:cxnChg chg="mod ord">
          <ac:chgData name="Agnès Drouard" userId="380734668b9b7b1b" providerId="LiveId" clId="{57AC7B86-18E1-4505-B8C5-89A0DCCB7A98}" dt="2026-06-18T09:30:34.346" v="1566" actId="166"/>
          <ac:cxnSpMkLst>
            <pc:docMk/>
            <pc:sldMk cId="1453550682" sldId="316"/>
            <ac:cxnSpMk id="2010" creationId="{CE207DD7-90B3-510C-9C63-9705375D4A61}"/>
          </ac:cxnSpMkLst>
        </pc:cxnChg>
        <pc:cxnChg chg="mod">
          <ac:chgData name="Agnès Drouard" userId="380734668b9b7b1b" providerId="LiveId" clId="{57AC7B86-18E1-4505-B8C5-89A0DCCB7A98}" dt="2026-06-18T09:31:53.809" v="1591" actId="12788"/>
          <ac:cxnSpMkLst>
            <pc:docMk/>
            <pc:sldMk cId="1453550682" sldId="316"/>
            <ac:cxnSpMk id="2011" creationId="{3AD8D4B0-B8BF-9345-BB4A-795DA8E4F60B}"/>
          </ac:cxnSpMkLst>
        </pc:cxnChg>
        <pc:cxnChg chg="mod">
          <ac:chgData name="Agnès Drouard" userId="380734668b9b7b1b" providerId="LiveId" clId="{57AC7B86-18E1-4505-B8C5-89A0DCCB7A98}" dt="2026-06-18T09:22:26.321" v="1455" actId="12788"/>
          <ac:cxnSpMkLst>
            <pc:docMk/>
            <pc:sldMk cId="1453550682" sldId="316"/>
            <ac:cxnSpMk id="2012" creationId="{2A65B23E-8984-8A4F-C7A6-724353A785EE}"/>
          </ac:cxnSpMkLst>
        </pc:cxnChg>
        <pc:cxnChg chg="mod">
          <ac:chgData name="Agnès Drouard" userId="380734668b9b7b1b" providerId="LiveId" clId="{57AC7B86-18E1-4505-B8C5-89A0DCCB7A98}" dt="2026-06-18T09:22:43.487" v="1459" actId="12788"/>
          <ac:cxnSpMkLst>
            <pc:docMk/>
            <pc:sldMk cId="1453550682" sldId="316"/>
            <ac:cxnSpMk id="2013" creationId="{58D37C7F-DA4C-34E4-0DFD-70A78E09E177}"/>
          </ac:cxnSpMkLst>
        </pc:cxnChg>
      </pc:sldChg>
      <pc:sldChg chg="addSp delSp modSp add mod">
        <pc:chgData name="Agnès Drouard" userId="380734668b9b7b1b" providerId="LiveId" clId="{57AC7B86-18E1-4505-B8C5-89A0DCCB7A98}" dt="2026-06-18T09:36:22.723" v="1694"/>
        <pc:sldMkLst>
          <pc:docMk/>
          <pc:sldMk cId="1195525860" sldId="317"/>
        </pc:sldMkLst>
        <pc:spChg chg="add del mod">
          <ac:chgData name="Agnès Drouard" userId="380734668b9b7b1b" providerId="LiveId" clId="{57AC7B86-18E1-4505-B8C5-89A0DCCB7A98}" dt="2026-06-18T09:33:40.888" v="1645" actId="478"/>
          <ac:spMkLst>
            <pc:docMk/>
            <pc:sldMk cId="1195525860" sldId="317"/>
            <ac:spMk id="3" creationId="{2938FCC8-D0AE-C56B-E169-63AFD0B0CF3E}"/>
          </ac:spMkLst>
        </pc:spChg>
        <pc:spChg chg="add del mod">
          <ac:chgData name="Agnès Drouard" userId="380734668b9b7b1b" providerId="LiveId" clId="{57AC7B86-18E1-4505-B8C5-89A0DCCB7A98}" dt="2026-06-18T09:33:43.505" v="1647" actId="478"/>
          <ac:spMkLst>
            <pc:docMk/>
            <pc:sldMk cId="1195525860" sldId="317"/>
            <ac:spMk id="5" creationId="{8A2A9E50-7CD6-56C6-5DED-248C5DF440FD}"/>
          </ac:spMkLst>
        </pc:spChg>
        <pc:spChg chg="add del mod">
          <ac:chgData name="Agnès Drouard" userId="380734668b9b7b1b" providerId="LiveId" clId="{57AC7B86-18E1-4505-B8C5-89A0DCCB7A98}" dt="2026-06-18T09:33:46.407" v="1649" actId="478"/>
          <ac:spMkLst>
            <pc:docMk/>
            <pc:sldMk cId="1195525860" sldId="317"/>
            <ac:spMk id="7" creationId="{1D861E4A-5003-ABC5-A19A-085FE127C921}"/>
          </ac:spMkLst>
        </pc:spChg>
        <pc:spChg chg="add del mod">
          <ac:chgData name="Agnès Drouard" userId="380734668b9b7b1b" providerId="LiveId" clId="{57AC7B86-18E1-4505-B8C5-89A0DCCB7A98}" dt="2026-06-18T09:36:22.388" v="1693" actId="478"/>
          <ac:spMkLst>
            <pc:docMk/>
            <pc:sldMk cId="1195525860" sldId="317"/>
            <ac:spMk id="10" creationId="{0DEF2433-06A1-808E-823B-FBF365D85C22}"/>
          </ac:spMkLst>
        </pc:spChg>
        <pc:spChg chg="add mod">
          <ac:chgData name="Agnès Drouard" userId="380734668b9b7b1b" providerId="LiveId" clId="{57AC7B86-18E1-4505-B8C5-89A0DCCB7A98}" dt="2026-06-18T09:36:22.723" v="1694"/>
          <ac:spMkLst>
            <pc:docMk/>
            <pc:sldMk cId="1195525860" sldId="317"/>
            <ac:spMk id="11" creationId="{2EF5D8D4-BA81-1569-C151-CB2AB3F29814}"/>
          </ac:spMkLst>
        </pc:spChg>
        <pc:spChg chg="del">
          <ac:chgData name="Agnès Drouard" userId="380734668b9b7b1b" providerId="LiveId" clId="{57AC7B86-18E1-4505-B8C5-89A0DCCB7A98}" dt="2026-06-18T09:33:42.059" v="1646" actId="478"/>
          <ac:spMkLst>
            <pc:docMk/>
            <pc:sldMk cId="1195525860" sldId="317"/>
            <ac:spMk id="1674" creationId="{C1E0CC61-445F-31DB-B3A6-CCC07D3DAB10}"/>
          </ac:spMkLst>
        </pc:spChg>
        <pc:spChg chg="mod">
          <ac:chgData name="Agnès Drouard" userId="380734668b9b7b1b" providerId="LiveId" clId="{57AC7B86-18E1-4505-B8C5-89A0DCCB7A98}" dt="2026-06-18T09:34:13.838" v="1677" actId="1035"/>
          <ac:spMkLst>
            <pc:docMk/>
            <pc:sldMk cId="1195525860" sldId="317"/>
            <ac:spMk id="1675" creationId="{824DD885-5BFD-399C-9D50-7389A9D2C81E}"/>
          </ac:spMkLst>
        </pc:spChg>
        <pc:spChg chg="mod">
          <ac:chgData name="Agnès Drouard" userId="380734668b9b7b1b" providerId="LiveId" clId="{57AC7B86-18E1-4505-B8C5-89A0DCCB7A98}" dt="2026-06-18T09:34:13.838" v="1677" actId="1035"/>
          <ac:spMkLst>
            <pc:docMk/>
            <pc:sldMk cId="1195525860" sldId="317"/>
            <ac:spMk id="1676" creationId="{6004097E-8BFA-ED05-0568-672E1D2DE59E}"/>
          </ac:spMkLst>
        </pc:spChg>
        <pc:spChg chg="del">
          <ac:chgData name="Agnès Drouard" userId="380734668b9b7b1b" providerId="LiveId" clId="{57AC7B86-18E1-4505-B8C5-89A0DCCB7A98}" dt="2026-06-18T09:33:38.648" v="1644" actId="478"/>
          <ac:spMkLst>
            <pc:docMk/>
            <pc:sldMk cId="1195525860" sldId="317"/>
            <ac:spMk id="1677" creationId="{F624C5C0-7DB3-0872-77B4-170F32793982}"/>
          </ac:spMkLst>
        </pc:spChg>
        <pc:spChg chg="mod">
          <ac:chgData name="Agnès Drouard" userId="380734668b9b7b1b" providerId="LiveId" clId="{57AC7B86-18E1-4505-B8C5-89A0DCCB7A98}" dt="2026-06-18T09:34:13.838" v="1677" actId="1035"/>
          <ac:spMkLst>
            <pc:docMk/>
            <pc:sldMk cId="1195525860" sldId="317"/>
            <ac:spMk id="1678" creationId="{9C3C32D6-5CE6-5010-F422-CD21E608C43C}"/>
          </ac:spMkLst>
        </pc:spChg>
        <pc:spChg chg="del">
          <ac:chgData name="Agnès Drouard" userId="380734668b9b7b1b" providerId="LiveId" clId="{57AC7B86-18E1-4505-B8C5-89A0DCCB7A98}" dt="2026-06-18T09:33:45.047" v="1648" actId="478"/>
          <ac:spMkLst>
            <pc:docMk/>
            <pc:sldMk cId="1195525860" sldId="317"/>
            <ac:spMk id="1679" creationId="{B4B03D6E-6F3E-6C3E-D8DD-278B66608FF5}"/>
          </ac:spMkLst>
        </pc:spChg>
        <pc:grpChg chg="del">
          <ac:chgData name="Agnès Drouard" userId="380734668b9b7b1b" providerId="LiveId" clId="{57AC7B86-18E1-4505-B8C5-89A0DCCB7A98}" dt="2026-06-18T09:35:00.958" v="1678" actId="478"/>
          <ac:grpSpMkLst>
            <pc:docMk/>
            <pc:sldMk cId="1195525860" sldId="317"/>
            <ac:grpSpMk id="1680" creationId="{4C4D8151-C398-82F4-0DDB-BDC5A3224FCC}"/>
          </ac:grpSpMkLst>
        </pc:grpChg>
        <pc:picChg chg="add mod">
          <ac:chgData name="Agnès Drouard" userId="380734668b9b7b1b" providerId="LiveId" clId="{57AC7B86-18E1-4505-B8C5-89A0DCCB7A98}" dt="2026-06-18T09:35:24.367" v="1683" actId="1076"/>
          <ac:picMkLst>
            <pc:docMk/>
            <pc:sldMk cId="1195525860" sldId="317"/>
            <ac:picMk id="9" creationId="{2FC5A9D7-FF0E-85C0-634F-8A0847BF4EFD}"/>
          </ac:picMkLst>
        </pc:picChg>
      </pc:sldChg>
      <pc:sldChg chg="add del">
        <pc:chgData name="Agnès Drouard" userId="380734668b9b7b1b" providerId="LiveId" clId="{57AC7B86-18E1-4505-B8C5-89A0DCCB7A98}" dt="2026-06-18T09:33:03.106" v="1598"/>
        <pc:sldMkLst>
          <pc:docMk/>
          <pc:sldMk cId="1795375938" sldId="317"/>
        </pc:sldMkLst>
      </pc:sldChg>
      <pc:sldChg chg="addSp delSp modSp add mod modNotesTx">
        <pc:chgData name="Agnès Drouard" userId="380734668b9b7b1b" providerId="LiveId" clId="{57AC7B86-18E1-4505-B8C5-89A0DCCB7A98}" dt="2026-06-18T09:46:26.808" v="2132" actId="20577"/>
        <pc:sldMkLst>
          <pc:docMk/>
          <pc:sldMk cId="732669250" sldId="318"/>
        </pc:sldMkLst>
        <pc:spChg chg="add mod">
          <ac:chgData name="Agnès Drouard" userId="380734668b9b7b1b" providerId="LiveId" clId="{57AC7B86-18E1-4505-B8C5-89A0DCCB7A98}" dt="2026-06-18T09:38:05.740" v="1700" actId="403"/>
          <ac:spMkLst>
            <pc:docMk/>
            <pc:sldMk cId="732669250" sldId="318"/>
            <ac:spMk id="2" creationId="{C3999C90-61DB-FB15-3D56-ACF532AD9D51}"/>
          </ac:spMkLst>
        </pc:spChg>
        <pc:spChg chg="mod">
          <ac:chgData name="Agnès Drouard" userId="380734668b9b7b1b" providerId="LiveId" clId="{57AC7B86-18E1-4505-B8C5-89A0DCCB7A98}" dt="2026-06-18T09:46:26.808" v="2132" actId="20577"/>
          <ac:spMkLst>
            <pc:docMk/>
            <pc:sldMk cId="732669250" sldId="318"/>
            <ac:spMk id="2018" creationId="{0776C4B9-7C9E-16C3-5797-B472B6060ACF}"/>
          </ac:spMkLst>
        </pc:spChg>
        <pc:spChg chg="del">
          <ac:chgData name="Agnès Drouard" userId="380734668b9b7b1b" providerId="LiveId" clId="{57AC7B86-18E1-4505-B8C5-89A0DCCB7A98}" dt="2026-06-18T09:40:28.839" v="1757" actId="478"/>
          <ac:spMkLst>
            <pc:docMk/>
            <pc:sldMk cId="732669250" sldId="318"/>
            <ac:spMk id="2019" creationId="{1CC543E2-A9C2-2F7F-8671-4F40CBE2B229}"/>
          </ac:spMkLst>
        </pc:spChg>
        <pc:spChg chg="del">
          <ac:chgData name="Agnès Drouard" userId="380734668b9b7b1b" providerId="LiveId" clId="{57AC7B86-18E1-4505-B8C5-89A0DCCB7A98}" dt="2026-06-18T09:39:36.322" v="1752" actId="478"/>
          <ac:spMkLst>
            <pc:docMk/>
            <pc:sldMk cId="732669250" sldId="318"/>
            <ac:spMk id="2020" creationId="{871F60FC-38F7-F174-952E-3EE6BA5D31BC}"/>
          </ac:spMkLst>
        </pc:spChg>
        <pc:spChg chg="mod">
          <ac:chgData name="Agnès Drouard" userId="380734668b9b7b1b" providerId="LiveId" clId="{57AC7B86-18E1-4505-B8C5-89A0DCCB7A98}" dt="2026-06-18T09:40:49.700" v="1787" actId="1076"/>
          <ac:spMkLst>
            <pc:docMk/>
            <pc:sldMk cId="732669250" sldId="318"/>
            <ac:spMk id="2021" creationId="{24061F88-0884-9A38-024D-FCBDAF323352}"/>
          </ac:spMkLst>
        </pc:spChg>
        <pc:spChg chg="del">
          <ac:chgData name="Agnès Drouard" userId="380734668b9b7b1b" providerId="LiveId" clId="{57AC7B86-18E1-4505-B8C5-89A0DCCB7A98}" dt="2026-06-18T09:39:35.342" v="1751" actId="478"/>
          <ac:spMkLst>
            <pc:docMk/>
            <pc:sldMk cId="732669250" sldId="318"/>
            <ac:spMk id="2022" creationId="{06E9AC11-4587-1D23-530B-B932E9923216}"/>
          </ac:spMkLst>
        </pc:spChg>
        <pc:spChg chg="del">
          <ac:chgData name="Agnès Drouard" userId="380734668b9b7b1b" providerId="LiveId" clId="{57AC7B86-18E1-4505-B8C5-89A0DCCB7A98}" dt="2026-06-18T09:39:34.448" v="1750" actId="478"/>
          <ac:spMkLst>
            <pc:docMk/>
            <pc:sldMk cId="732669250" sldId="318"/>
            <ac:spMk id="2023" creationId="{EE6D6C6D-2D78-EBE7-DAD8-62E2BC686A9B}"/>
          </ac:spMkLst>
        </pc:spChg>
        <pc:spChg chg="del">
          <ac:chgData name="Agnès Drouard" userId="380734668b9b7b1b" providerId="LiveId" clId="{57AC7B86-18E1-4505-B8C5-89A0DCCB7A98}" dt="2026-06-18T09:40:27.613" v="1756" actId="478"/>
          <ac:spMkLst>
            <pc:docMk/>
            <pc:sldMk cId="732669250" sldId="318"/>
            <ac:spMk id="2024" creationId="{C054E275-0883-2FEB-1A8B-3AC1E0181256}"/>
          </ac:spMkLst>
        </pc:spChg>
        <pc:spChg chg="del">
          <ac:chgData name="Agnès Drouard" userId="380734668b9b7b1b" providerId="LiveId" clId="{57AC7B86-18E1-4505-B8C5-89A0DCCB7A98}" dt="2026-06-18T09:38:08.829" v="1701" actId="478"/>
          <ac:spMkLst>
            <pc:docMk/>
            <pc:sldMk cId="732669250" sldId="318"/>
            <ac:spMk id="2025" creationId="{58EF4F9D-F582-BA05-471C-732E8C600CFE}"/>
          </ac:spMkLst>
        </pc:spChg>
        <pc:picChg chg="add mod">
          <ac:chgData name="Agnès Drouard" userId="380734668b9b7b1b" providerId="LiveId" clId="{57AC7B86-18E1-4505-B8C5-89A0DCCB7A98}" dt="2026-06-18T09:40:51.106" v="1788" actId="1076"/>
          <ac:picMkLst>
            <pc:docMk/>
            <pc:sldMk cId="732669250" sldId="318"/>
            <ac:picMk id="4" creationId="{37E61532-CE8D-46D7-5024-C20BE1B22BA7}"/>
          </ac:picMkLst>
        </pc:picChg>
        <pc:picChg chg="del">
          <ac:chgData name="Agnès Drouard" userId="380734668b9b7b1b" providerId="LiveId" clId="{57AC7B86-18E1-4505-B8C5-89A0DCCB7A98}" dt="2026-06-18T09:38:09.828" v="1702" actId="478"/>
          <ac:picMkLst>
            <pc:docMk/>
            <pc:sldMk cId="732669250" sldId="318"/>
            <ac:picMk id="2026" creationId="{5F0DBAB2-FF32-BDA3-1EA4-5A1C5FB0E6E5}"/>
          </ac:picMkLst>
        </pc:picChg>
      </pc:sldChg>
      <pc:sldChg chg="addSp delSp modSp add mod modNotesTx">
        <pc:chgData name="Agnès Drouard" userId="380734668b9b7b1b" providerId="LiveId" clId="{57AC7B86-18E1-4505-B8C5-89A0DCCB7A98}" dt="2026-06-18T09:46:39.435" v="2163" actId="20577"/>
        <pc:sldMkLst>
          <pc:docMk/>
          <pc:sldMk cId="3435972521" sldId="319"/>
        </pc:sldMkLst>
        <pc:spChg chg="add mod">
          <ac:chgData name="Agnès Drouard" userId="380734668b9b7b1b" providerId="LiveId" clId="{57AC7B86-18E1-4505-B8C5-89A0DCCB7A98}" dt="2026-06-18T09:43:32.542" v="1980" actId="113"/>
          <ac:spMkLst>
            <pc:docMk/>
            <pc:sldMk cId="3435972521" sldId="319"/>
            <ac:spMk id="6" creationId="{528A778C-2C3A-0C36-CD0B-E614F29CD515}"/>
          </ac:spMkLst>
        </pc:spChg>
        <pc:spChg chg="mod">
          <ac:chgData name="Agnès Drouard" userId="380734668b9b7b1b" providerId="LiveId" clId="{57AC7B86-18E1-4505-B8C5-89A0DCCB7A98}" dt="2026-06-18T09:46:39.435" v="2163" actId="20577"/>
          <ac:spMkLst>
            <pc:docMk/>
            <pc:sldMk cId="3435972521" sldId="319"/>
            <ac:spMk id="2018" creationId="{5B56C2B4-DFBD-1729-F4BA-560B6299EA7F}"/>
          </ac:spMkLst>
        </pc:spChg>
        <pc:spChg chg="mod">
          <ac:chgData name="Agnès Drouard" userId="380734668b9b7b1b" providerId="LiveId" clId="{57AC7B86-18E1-4505-B8C5-89A0DCCB7A98}" dt="2026-06-18T09:43:26.560" v="1977" actId="113"/>
          <ac:spMkLst>
            <pc:docMk/>
            <pc:sldMk cId="3435972521" sldId="319"/>
            <ac:spMk id="2021" creationId="{74F649B4-FF91-46D3-CCEB-D1FD1DB1E24B}"/>
          </ac:spMkLst>
        </pc:spChg>
        <pc:picChg chg="del">
          <ac:chgData name="Agnès Drouard" userId="380734668b9b7b1b" providerId="LiveId" clId="{57AC7B86-18E1-4505-B8C5-89A0DCCB7A98}" dt="2026-06-18T09:41:46.541" v="1878" actId="478"/>
          <ac:picMkLst>
            <pc:docMk/>
            <pc:sldMk cId="3435972521" sldId="319"/>
            <ac:picMk id="4" creationId="{59FE047A-8195-11E8-FCE5-C99203D1D6B3}"/>
          </ac:picMkLst>
        </pc:picChg>
        <pc:picChg chg="add mod">
          <ac:chgData name="Agnès Drouard" userId="380734668b9b7b1b" providerId="LiveId" clId="{57AC7B86-18E1-4505-B8C5-89A0DCCB7A98}" dt="2026-06-18T09:42:39.092" v="1881" actId="1076"/>
          <ac:picMkLst>
            <pc:docMk/>
            <pc:sldMk cId="3435972521" sldId="319"/>
            <ac:picMk id="5" creationId="{45E1098B-9621-C7D8-234F-B846FF5544D1}"/>
          </ac:picMkLst>
        </pc:picChg>
      </pc:sldChg>
      <pc:sldChg chg="addSp delSp modSp add mod modNotesTx">
        <pc:chgData name="Agnès Drouard" userId="380734668b9b7b1b" providerId="LiveId" clId="{57AC7B86-18E1-4505-B8C5-89A0DCCB7A98}" dt="2026-06-18T09:46:48.332" v="2196" actId="20577"/>
        <pc:sldMkLst>
          <pc:docMk/>
          <pc:sldMk cId="1499654792" sldId="320"/>
        </pc:sldMkLst>
        <pc:spChg chg="mod">
          <ac:chgData name="Agnès Drouard" userId="380734668b9b7b1b" providerId="LiveId" clId="{57AC7B86-18E1-4505-B8C5-89A0DCCB7A98}" dt="2026-06-18T09:45:23.906" v="2087" actId="20577"/>
          <ac:spMkLst>
            <pc:docMk/>
            <pc:sldMk cId="1499654792" sldId="320"/>
            <ac:spMk id="6" creationId="{565520AD-5E46-4FE2-5A0C-9121550D9EF3}"/>
          </ac:spMkLst>
        </pc:spChg>
        <pc:spChg chg="mod">
          <ac:chgData name="Agnès Drouard" userId="380734668b9b7b1b" providerId="LiveId" clId="{57AC7B86-18E1-4505-B8C5-89A0DCCB7A98}" dt="2026-06-18T09:46:48.332" v="2196" actId="20577"/>
          <ac:spMkLst>
            <pc:docMk/>
            <pc:sldMk cId="1499654792" sldId="320"/>
            <ac:spMk id="2018" creationId="{4FB4115B-04A8-02F0-2510-82DD33B3ECFF}"/>
          </ac:spMkLst>
        </pc:spChg>
        <pc:spChg chg="mod">
          <ac:chgData name="Agnès Drouard" userId="380734668b9b7b1b" providerId="LiveId" clId="{57AC7B86-18E1-4505-B8C5-89A0DCCB7A98}" dt="2026-06-18T09:45:08.852" v="2046" actId="20577"/>
          <ac:spMkLst>
            <pc:docMk/>
            <pc:sldMk cId="1499654792" sldId="320"/>
            <ac:spMk id="2021" creationId="{305E6CF2-918B-713B-19CB-B5A383ADD494}"/>
          </ac:spMkLst>
        </pc:spChg>
        <pc:picChg chg="add mod">
          <ac:chgData name="Agnès Drouard" userId="380734668b9b7b1b" providerId="LiveId" clId="{57AC7B86-18E1-4505-B8C5-89A0DCCB7A98}" dt="2026-06-18T09:44:57.766" v="2012" actId="1076"/>
          <ac:picMkLst>
            <pc:docMk/>
            <pc:sldMk cId="1499654792" sldId="320"/>
            <ac:picMk id="4" creationId="{A6D1C95C-4D07-0DCD-8330-44F48E6356A2}"/>
          </ac:picMkLst>
        </pc:picChg>
        <pc:picChg chg="del">
          <ac:chgData name="Agnès Drouard" userId="380734668b9b7b1b" providerId="LiveId" clId="{57AC7B86-18E1-4505-B8C5-89A0DCCB7A98}" dt="2026-06-18T09:44:55.457" v="2011" actId="478"/>
          <ac:picMkLst>
            <pc:docMk/>
            <pc:sldMk cId="1499654792" sldId="320"/>
            <ac:picMk id="5" creationId="{6B98170F-5602-DCD4-F546-0D327132EA31}"/>
          </ac:picMkLst>
        </pc:picChg>
      </pc:sldChg>
      <pc:sldChg chg="addSp delSp modSp add mod modNotesTx">
        <pc:chgData name="Agnès Drouard" userId="380734668b9b7b1b" providerId="LiveId" clId="{57AC7B86-18E1-4505-B8C5-89A0DCCB7A98}" dt="2026-06-18T09:59:51.094" v="2571" actId="1037"/>
        <pc:sldMkLst>
          <pc:docMk/>
          <pc:sldMk cId="3212959625" sldId="321"/>
        </pc:sldMkLst>
        <pc:spChg chg="mod">
          <ac:chgData name="Agnès Drouard" userId="380734668b9b7b1b" providerId="LiveId" clId="{57AC7B86-18E1-4505-B8C5-89A0DCCB7A98}" dt="2026-06-18T09:51:28.955" v="2347" actId="1076"/>
          <ac:spMkLst>
            <pc:docMk/>
            <pc:sldMk cId="3212959625" sldId="321"/>
            <ac:spMk id="2" creationId="{0635186C-345E-11EA-6A39-C664EBD610AC}"/>
          </ac:spMkLst>
        </pc:spChg>
        <pc:spChg chg="mod">
          <ac:chgData name="Agnès Drouard" userId="380734668b9b7b1b" providerId="LiveId" clId="{57AC7B86-18E1-4505-B8C5-89A0DCCB7A98}" dt="2026-06-18T09:59:51.094" v="2571" actId="1037"/>
          <ac:spMkLst>
            <pc:docMk/>
            <pc:sldMk cId="3212959625" sldId="321"/>
            <ac:spMk id="6" creationId="{E4FEAB0A-3FFB-4FDB-B5AD-849F8BEF8C48}"/>
          </ac:spMkLst>
        </pc:spChg>
        <pc:spChg chg="add mod">
          <ac:chgData name="Agnès Drouard" userId="380734668b9b7b1b" providerId="LiveId" clId="{57AC7B86-18E1-4505-B8C5-89A0DCCB7A98}" dt="2026-06-18T09:59:51.094" v="2571" actId="1037"/>
          <ac:spMkLst>
            <pc:docMk/>
            <pc:sldMk cId="3212959625" sldId="321"/>
            <ac:spMk id="7" creationId="{BA22025B-AECC-5A5C-BAEF-EAEBCDEE11D8}"/>
          </ac:spMkLst>
        </pc:spChg>
        <pc:spChg chg="add mod">
          <ac:chgData name="Agnès Drouard" userId="380734668b9b7b1b" providerId="LiveId" clId="{57AC7B86-18E1-4505-B8C5-89A0DCCB7A98}" dt="2026-06-18T09:59:51.094" v="2571" actId="1037"/>
          <ac:spMkLst>
            <pc:docMk/>
            <pc:sldMk cId="3212959625" sldId="321"/>
            <ac:spMk id="8" creationId="{6A09BE25-0070-E86D-CDB5-311395B6976C}"/>
          </ac:spMkLst>
        </pc:spChg>
        <pc:spChg chg="add mod">
          <ac:chgData name="Agnès Drouard" userId="380734668b9b7b1b" providerId="LiveId" clId="{57AC7B86-18E1-4505-B8C5-89A0DCCB7A98}" dt="2026-06-18T09:59:51.094" v="2571" actId="1037"/>
          <ac:spMkLst>
            <pc:docMk/>
            <pc:sldMk cId="3212959625" sldId="321"/>
            <ac:spMk id="9" creationId="{64CD4114-1BF7-1A8D-8FC0-C2BD2C1D5962}"/>
          </ac:spMkLst>
        </pc:spChg>
        <pc:spChg chg="add mod">
          <ac:chgData name="Agnès Drouard" userId="380734668b9b7b1b" providerId="LiveId" clId="{57AC7B86-18E1-4505-B8C5-89A0DCCB7A98}" dt="2026-06-18T09:59:51.094" v="2571" actId="1037"/>
          <ac:spMkLst>
            <pc:docMk/>
            <pc:sldMk cId="3212959625" sldId="321"/>
            <ac:spMk id="10" creationId="{35F8F570-BB0B-0B52-FAA8-704994C9EEFB}"/>
          </ac:spMkLst>
        </pc:spChg>
        <pc:spChg chg="mod">
          <ac:chgData name="Agnès Drouard" userId="380734668b9b7b1b" providerId="LiveId" clId="{57AC7B86-18E1-4505-B8C5-89A0DCCB7A98}" dt="2026-06-18T09:47:06.319" v="2224" actId="20577"/>
          <ac:spMkLst>
            <pc:docMk/>
            <pc:sldMk cId="3212959625" sldId="321"/>
            <ac:spMk id="2018" creationId="{9DDBDFAE-12A7-C3A2-B8AF-DF263C826D66}"/>
          </ac:spMkLst>
        </pc:spChg>
        <pc:spChg chg="mod">
          <ac:chgData name="Agnès Drouard" userId="380734668b9b7b1b" providerId="LiveId" clId="{57AC7B86-18E1-4505-B8C5-89A0DCCB7A98}" dt="2026-06-18T09:59:51.094" v="2571" actId="1037"/>
          <ac:spMkLst>
            <pc:docMk/>
            <pc:sldMk cId="3212959625" sldId="321"/>
            <ac:spMk id="2021" creationId="{AC931670-7E57-2A88-4F6D-8E5FAA3C8A2F}"/>
          </ac:spMkLst>
        </pc:spChg>
        <pc:picChg chg="del">
          <ac:chgData name="Agnès Drouard" userId="380734668b9b7b1b" providerId="LiveId" clId="{57AC7B86-18E1-4505-B8C5-89A0DCCB7A98}" dt="2026-06-18T09:47:27.183" v="2225" actId="478"/>
          <ac:picMkLst>
            <pc:docMk/>
            <pc:sldMk cId="3212959625" sldId="321"/>
            <ac:picMk id="4" creationId="{2F285310-0E78-08EF-669E-365004B77650}"/>
          </ac:picMkLst>
        </pc:picChg>
        <pc:picChg chg="add mod">
          <ac:chgData name="Agnès Drouard" userId="380734668b9b7b1b" providerId="LiveId" clId="{57AC7B86-18E1-4505-B8C5-89A0DCCB7A98}" dt="2026-06-18T09:59:51.094" v="2571" actId="1037"/>
          <ac:picMkLst>
            <pc:docMk/>
            <pc:sldMk cId="3212959625" sldId="321"/>
            <ac:picMk id="5" creationId="{86C5D6A0-864F-BBB2-11BD-2108FE20445B}"/>
          </ac:picMkLst>
        </pc:picChg>
      </pc:sldChg>
      <pc:sldChg chg="addSp delSp modSp add mod">
        <pc:chgData name="Agnès Drouard" userId="380734668b9b7b1b" providerId="LiveId" clId="{57AC7B86-18E1-4505-B8C5-89A0DCCB7A98}" dt="2026-06-18T10:07:10.582" v="2812" actId="20577"/>
        <pc:sldMkLst>
          <pc:docMk/>
          <pc:sldMk cId="1095612148" sldId="322"/>
        </pc:sldMkLst>
        <pc:spChg chg="mod">
          <ac:chgData name="Agnès Drouard" userId="380734668b9b7b1b" providerId="LiveId" clId="{57AC7B86-18E1-4505-B8C5-89A0DCCB7A98}" dt="2026-06-18T10:06:17.924" v="2810" actId="14100"/>
          <ac:spMkLst>
            <pc:docMk/>
            <pc:sldMk cId="1095612148" sldId="322"/>
            <ac:spMk id="6" creationId="{34B4A8AF-AC37-8634-75A8-3C53E50763D6}"/>
          </ac:spMkLst>
        </pc:spChg>
        <pc:spChg chg="add del mod">
          <ac:chgData name="Agnès Drouard" userId="380734668b9b7b1b" providerId="LiveId" clId="{57AC7B86-18E1-4505-B8C5-89A0DCCB7A98}" dt="2026-06-18T10:01:26.271" v="2584" actId="207"/>
          <ac:spMkLst>
            <pc:docMk/>
            <pc:sldMk cId="1095612148" sldId="322"/>
            <ac:spMk id="7" creationId="{1707A1CE-220E-99FA-0BB1-1F0E538838D5}"/>
          </ac:spMkLst>
        </pc:spChg>
        <pc:spChg chg="del">
          <ac:chgData name="Agnès Drouard" userId="380734668b9b7b1b" providerId="LiveId" clId="{57AC7B86-18E1-4505-B8C5-89A0DCCB7A98}" dt="2026-06-18T10:03:35.718" v="2699" actId="478"/>
          <ac:spMkLst>
            <pc:docMk/>
            <pc:sldMk cId="1095612148" sldId="322"/>
            <ac:spMk id="8" creationId="{262C8A0A-27C8-FD02-2014-745DBC22B838}"/>
          </ac:spMkLst>
        </pc:spChg>
        <pc:spChg chg="del">
          <ac:chgData name="Agnès Drouard" userId="380734668b9b7b1b" providerId="LiveId" clId="{57AC7B86-18E1-4505-B8C5-89A0DCCB7A98}" dt="2026-06-18T10:03:34.751" v="2698" actId="478"/>
          <ac:spMkLst>
            <pc:docMk/>
            <pc:sldMk cId="1095612148" sldId="322"/>
            <ac:spMk id="9" creationId="{2A9D8FB8-CCB7-0035-A9CA-29286608762F}"/>
          </ac:spMkLst>
        </pc:spChg>
        <pc:spChg chg="mod">
          <ac:chgData name="Agnès Drouard" userId="380734668b9b7b1b" providerId="LiveId" clId="{57AC7B86-18E1-4505-B8C5-89A0DCCB7A98}" dt="2026-06-18T10:06:08.052" v="2797" actId="207"/>
          <ac:spMkLst>
            <pc:docMk/>
            <pc:sldMk cId="1095612148" sldId="322"/>
            <ac:spMk id="10" creationId="{9560F6B7-8D10-7940-F7F2-1B14C08729EA}"/>
          </ac:spMkLst>
        </pc:spChg>
        <pc:spChg chg="add mod">
          <ac:chgData name="Agnès Drouard" userId="380734668b9b7b1b" providerId="LiveId" clId="{57AC7B86-18E1-4505-B8C5-89A0DCCB7A98}" dt="2026-06-18T10:03:59.417" v="2702" actId="207"/>
          <ac:spMkLst>
            <pc:docMk/>
            <pc:sldMk cId="1095612148" sldId="322"/>
            <ac:spMk id="11" creationId="{3B911EDF-16AD-8D17-DBE1-3683F8ACC0B5}"/>
          </ac:spMkLst>
        </pc:spChg>
        <pc:spChg chg="add mod">
          <ac:chgData name="Agnès Drouard" userId="380734668b9b7b1b" providerId="LiveId" clId="{57AC7B86-18E1-4505-B8C5-89A0DCCB7A98}" dt="2026-06-18T10:05:28.098" v="2753" actId="207"/>
          <ac:spMkLst>
            <pc:docMk/>
            <pc:sldMk cId="1095612148" sldId="322"/>
            <ac:spMk id="12" creationId="{AAA0CBF8-0E81-9D86-46D3-A8AC242928DB}"/>
          </ac:spMkLst>
        </pc:spChg>
        <pc:spChg chg="mod">
          <ac:chgData name="Agnès Drouard" userId="380734668b9b7b1b" providerId="LiveId" clId="{57AC7B86-18E1-4505-B8C5-89A0DCCB7A98}" dt="2026-06-18T10:07:10.582" v="2812" actId="20577"/>
          <ac:spMkLst>
            <pc:docMk/>
            <pc:sldMk cId="1095612148" sldId="322"/>
            <ac:spMk id="2018" creationId="{10E090C9-BD1C-A9D8-6A04-E133BA04E79A}"/>
          </ac:spMkLst>
        </pc:spChg>
        <pc:spChg chg="mod">
          <ac:chgData name="Agnès Drouard" userId="380734668b9b7b1b" providerId="LiveId" clId="{57AC7B86-18E1-4505-B8C5-89A0DCCB7A98}" dt="2026-06-18T10:04:34.663" v="2742" actId="6549"/>
          <ac:spMkLst>
            <pc:docMk/>
            <pc:sldMk cId="1095612148" sldId="322"/>
            <ac:spMk id="2021" creationId="{43657531-7D36-4973-52AA-A094F25D2BE8}"/>
          </ac:spMkLst>
        </pc:spChg>
        <pc:picChg chg="add mod ord">
          <ac:chgData name="Agnès Drouard" userId="380734668b9b7b1b" providerId="LiveId" clId="{57AC7B86-18E1-4505-B8C5-89A0DCCB7A98}" dt="2026-06-18T10:00:52.612" v="2579" actId="167"/>
          <ac:picMkLst>
            <pc:docMk/>
            <pc:sldMk cId="1095612148" sldId="322"/>
            <ac:picMk id="4" creationId="{A6B851F2-BFC0-E29A-F6F3-2B8FFDC63A69}"/>
          </ac:picMkLst>
        </pc:picChg>
        <pc:picChg chg="del">
          <ac:chgData name="Agnès Drouard" userId="380734668b9b7b1b" providerId="LiveId" clId="{57AC7B86-18E1-4505-B8C5-89A0DCCB7A98}" dt="2026-06-18T10:00:34.613" v="2573" actId="478"/>
          <ac:picMkLst>
            <pc:docMk/>
            <pc:sldMk cId="1095612148" sldId="322"/>
            <ac:picMk id="5" creationId="{E3E5B663-5A19-E6A5-1DC7-B4F30A3F2D97}"/>
          </ac:picMkLst>
        </pc:picChg>
      </pc:sldChg>
      <pc:sldChg chg="modSp add del mod">
        <pc:chgData name="Agnès Drouard" userId="380734668b9b7b1b" providerId="LiveId" clId="{57AC7B86-18E1-4505-B8C5-89A0DCCB7A98}" dt="2026-06-18T10:08:04.754" v="2858" actId="47"/>
        <pc:sldMkLst>
          <pc:docMk/>
          <pc:sldMk cId="2328951833" sldId="323"/>
        </pc:sldMkLst>
        <pc:spChg chg="mod">
          <ac:chgData name="Agnès Drouard" userId="380734668b9b7b1b" providerId="LiveId" clId="{57AC7B86-18E1-4505-B8C5-89A0DCCB7A98}" dt="2026-06-18T10:07:28.013" v="2854" actId="20577"/>
          <ac:spMkLst>
            <pc:docMk/>
            <pc:sldMk cId="2328951833" sldId="323"/>
            <ac:spMk id="2018" creationId="{FFCAF777-5DAB-29C5-DA87-6379A94DF8B2}"/>
          </ac:spMkLst>
        </pc:spChg>
      </pc:sldChg>
      <pc:sldChg chg="addSp delSp modSp add mod">
        <pc:chgData name="Agnès Drouard" userId="380734668b9b7b1b" providerId="LiveId" clId="{57AC7B86-18E1-4505-B8C5-89A0DCCB7A98}" dt="2026-06-18T10:17:17.508" v="3102" actId="113"/>
        <pc:sldMkLst>
          <pc:docMk/>
          <pc:sldMk cId="2016927175" sldId="324"/>
        </pc:sldMkLst>
        <pc:spChg chg="add mod">
          <ac:chgData name="Agnès Drouard" userId="380734668b9b7b1b" providerId="LiveId" clId="{57AC7B86-18E1-4505-B8C5-89A0DCCB7A98}" dt="2026-06-18T10:08:01.680" v="2857"/>
          <ac:spMkLst>
            <pc:docMk/>
            <pc:sldMk cId="2016927175" sldId="324"/>
            <ac:spMk id="2" creationId="{07CFC0C2-346E-5F11-D2E2-CB2D96510412}"/>
          </ac:spMkLst>
        </pc:spChg>
        <pc:spChg chg="add del mod">
          <ac:chgData name="Agnès Drouard" userId="380734668b9b7b1b" providerId="LiveId" clId="{57AC7B86-18E1-4505-B8C5-89A0DCCB7A98}" dt="2026-06-18T10:08:42.144" v="2943" actId="478"/>
          <ac:spMkLst>
            <pc:docMk/>
            <pc:sldMk cId="2016927175" sldId="324"/>
            <ac:spMk id="4" creationId="{1B959D9C-9347-3121-2F90-69A1CB3FB5D1}"/>
          </ac:spMkLst>
        </pc:spChg>
        <pc:spChg chg="add del mod">
          <ac:chgData name="Agnès Drouard" userId="380734668b9b7b1b" providerId="LiveId" clId="{57AC7B86-18E1-4505-B8C5-89A0DCCB7A98}" dt="2026-06-18T10:08:45.008" v="2945" actId="478"/>
          <ac:spMkLst>
            <pc:docMk/>
            <pc:sldMk cId="2016927175" sldId="324"/>
            <ac:spMk id="6" creationId="{71222FD7-566C-CD30-B4AF-223E27EC5D9E}"/>
          </ac:spMkLst>
        </pc:spChg>
        <pc:spChg chg="add mod">
          <ac:chgData name="Agnès Drouard" userId="380734668b9b7b1b" providerId="LiveId" clId="{57AC7B86-18E1-4505-B8C5-89A0DCCB7A98}" dt="2026-06-18T10:14:17.014" v="2975" actId="1037"/>
          <ac:spMkLst>
            <pc:docMk/>
            <pc:sldMk cId="2016927175" sldId="324"/>
            <ac:spMk id="11" creationId="{32E0ED1A-E0D6-07CA-4131-D12F33699327}"/>
          </ac:spMkLst>
        </pc:spChg>
        <pc:spChg chg="add mod">
          <ac:chgData name="Agnès Drouard" userId="380734668b9b7b1b" providerId="LiveId" clId="{57AC7B86-18E1-4505-B8C5-89A0DCCB7A98}" dt="2026-06-18T10:14:32.573" v="2978" actId="208"/>
          <ac:spMkLst>
            <pc:docMk/>
            <pc:sldMk cId="2016927175" sldId="324"/>
            <ac:spMk id="12" creationId="{D9929A6A-CA4C-9ED0-F4E7-21D2F88337A7}"/>
          </ac:spMkLst>
        </pc:spChg>
        <pc:spChg chg="add mod">
          <ac:chgData name="Agnès Drouard" userId="380734668b9b7b1b" providerId="LiveId" clId="{57AC7B86-18E1-4505-B8C5-89A0DCCB7A98}" dt="2026-06-18T10:17:17.508" v="3102" actId="113"/>
          <ac:spMkLst>
            <pc:docMk/>
            <pc:sldMk cId="2016927175" sldId="324"/>
            <ac:spMk id="16" creationId="{FC6DDE89-B21A-00A5-6CF1-DB50AE0CE670}"/>
          </ac:spMkLst>
        </pc:spChg>
        <pc:spChg chg="del">
          <ac:chgData name="Agnès Drouard" userId="380734668b9b7b1b" providerId="LiveId" clId="{57AC7B86-18E1-4505-B8C5-89A0DCCB7A98}" dt="2026-06-18T10:12:00.919" v="2951" actId="478"/>
          <ac:spMkLst>
            <pc:docMk/>
            <pc:sldMk cId="2016927175" sldId="324"/>
            <ac:spMk id="1291" creationId="{E773FA98-E24A-92F1-08F1-ABB279BA9B61}"/>
          </ac:spMkLst>
        </pc:spChg>
        <pc:spChg chg="del">
          <ac:chgData name="Agnès Drouard" userId="380734668b9b7b1b" providerId="LiveId" clId="{57AC7B86-18E1-4505-B8C5-89A0DCCB7A98}" dt="2026-06-18T10:11:59.326" v="2949" actId="478"/>
          <ac:spMkLst>
            <pc:docMk/>
            <pc:sldMk cId="2016927175" sldId="324"/>
            <ac:spMk id="1292" creationId="{9A50FF42-899D-C0D5-D1BE-42A8246DCF0B}"/>
          </ac:spMkLst>
        </pc:spChg>
        <pc:spChg chg="mod">
          <ac:chgData name="Agnès Drouard" userId="380734668b9b7b1b" providerId="LiveId" clId="{57AC7B86-18E1-4505-B8C5-89A0DCCB7A98}" dt="2026-06-18T10:16:38.365" v="3032" actId="20577"/>
          <ac:spMkLst>
            <pc:docMk/>
            <pc:sldMk cId="2016927175" sldId="324"/>
            <ac:spMk id="1293" creationId="{66D2272E-006E-9032-07F3-23C46E0F4936}"/>
          </ac:spMkLst>
        </pc:spChg>
        <pc:spChg chg="del">
          <ac:chgData name="Agnès Drouard" userId="380734668b9b7b1b" providerId="LiveId" clId="{57AC7B86-18E1-4505-B8C5-89A0DCCB7A98}" dt="2026-06-18T10:08:43.975" v="2944" actId="478"/>
          <ac:spMkLst>
            <pc:docMk/>
            <pc:sldMk cId="2016927175" sldId="324"/>
            <ac:spMk id="1294" creationId="{4E01F037-7207-E430-4358-110AC55E6A35}"/>
          </ac:spMkLst>
        </pc:spChg>
        <pc:spChg chg="del">
          <ac:chgData name="Agnès Drouard" userId="380734668b9b7b1b" providerId="LiveId" clId="{57AC7B86-18E1-4505-B8C5-89A0DCCB7A98}" dt="2026-06-18T10:08:40.510" v="2942" actId="478"/>
          <ac:spMkLst>
            <pc:docMk/>
            <pc:sldMk cId="2016927175" sldId="324"/>
            <ac:spMk id="1295" creationId="{23FC84D5-6DB4-8423-3448-3423DADC1DD8}"/>
          </ac:spMkLst>
        </pc:spChg>
        <pc:spChg chg="mod">
          <ac:chgData name="Agnès Drouard" userId="380734668b9b7b1b" providerId="LiveId" clId="{57AC7B86-18E1-4505-B8C5-89A0DCCB7A98}" dt="2026-06-18T10:12:21.663" v="2960" actId="1076"/>
          <ac:spMkLst>
            <pc:docMk/>
            <pc:sldMk cId="2016927175" sldId="324"/>
            <ac:spMk id="1296" creationId="{24731777-AFC4-78C2-2330-503B7E7BDF2C}"/>
          </ac:spMkLst>
        </pc:spChg>
        <pc:spChg chg="mod">
          <ac:chgData name="Agnès Drouard" userId="380734668b9b7b1b" providerId="LiveId" clId="{57AC7B86-18E1-4505-B8C5-89A0DCCB7A98}" dt="2026-06-18T10:12:14.300" v="2958" actId="1076"/>
          <ac:spMkLst>
            <pc:docMk/>
            <pc:sldMk cId="2016927175" sldId="324"/>
            <ac:spMk id="1297" creationId="{134FC8B7-BD50-6D7B-E601-E8032EB0B47B}"/>
          </ac:spMkLst>
        </pc:spChg>
        <pc:grpChg chg="del">
          <ac:chgData name="Agnès Drouard" userId="380734668b9b7b1b" providerId="LiveId" clId="{57AC7B86-18E1-4505-B8C5-89A0DCCB7A98}" dt="2026-06-18T10:12:00.096" v="2950" actId="478"/>
          <ac:grpSpMkLst>
            <pc:docMk/>
            <pc:sldMk cId="2016927175" sldId="324"/>
            <ac:grpSpMk id="1298" creationId="{E58D1C8E-5A1B-2E02-5160-48DA33740958}"/>
          </ac:grpSpMkLst>
        </pc:grpChg>
        <pc:grpChg chg="del">
          <ac:chgData name="Agnès Drouard" userId="380734668b9b7b1b" providerId="LiveId" clId="{57AC7B86-18E1-4505-B8C5-89A0DCCB7A98}" dt="2026-06-18T10:12:01.573" v="2952" actId="478"/>
          <ac:grpSpMkLst>
            <pc:docMk/>
            <pc:sldMk cId="2016927175" sldId="324"/>
            <ac:grpSpMk id="1307" creationId="{B761941A-DE42-F2AA-88D9-2B02BC781908}"/>
          </ac:grpSpMkLst>
        </pc:grpChg>
        <pc:picChg chg="add mod">
          <ac:chgData name="Agnès Drouard" userId="380734668b9b7b1b" providerId="LiveId" clId="{57AC7B86-18E1-4505-B8C5-89A0DCCB7A98}" dt="2026-06-18T10:12:16.810" v="2959" actId="1076"/>
          <ac:picMkLst>
            <pc:docMk/>
            <pc:sldMk cId="2016927175" sldId="324"/>
            <ac:picMk id="8" creationId="{CD91F196-F10D-746C-40A4-A0464D292E6D}"/>
          </ac:picMkLst>
        </pc:picChg>
        <pc:picChg chg="add mod">
          <ac:chgData name="Agnès Drouard" userId="380734668b9b7b1b" providerId="LiveId" clId="{57AC7B86-18E1-4505-B8C5-89A0DCCB7A98}" dt="2026-06-18T10:12:53.725" v="2963" actId="1076"/>
          <ac:picMkLst>
            <pc:docMk/>
            <pc:sldMk cId="2016927175" sldId="324"/>
            <ac:picMk id="10" creationId="{3F111D1E-7930-075C-B7C1-590A718C1E05}"/>
          </ac:picMkLst>
        </pc:picChg>
        <pc:cxnChg chg="add mod">
          <ac:chgData name="Agnès Drouard" userId="380734668b9b7b1b" providerId="LiveId" clId="{57AC7B86-18E1-4505-B8C5-89A0DCCB7A98}" dt="2026-06-18T10:14:56.707" v="2981" actId="208"/>
          <ac:cxnSpMkLst>
            <pc:docMk/>
            <pc:sldMk cId="2016927175" sldId="324"/>
            <ac:cxnSpMk id="14" creationId="{C35E7B42-C49C-25D3-C745-6466D4112493}"/>
          </ac:cxnSpMkLst>
        </pc:cxnChg>
        <pc:cxnChg chg="add mod">
          <ac:chgData name="Agnès Drouard" userId="380734668b9b7b1b" providerId="LiveId" clId="{57AC7B86-18E1-4505-B8C5-89A0DCCB7A98}" dt="2026-06-18T10:15:23.908" v="2985" actId="208"/>
          <ac:cxnSpMkLst>
            <pc:docMk/>
            <pc:sldMk cId="2016927175" sldId="324"/>
            <ac:cxnSpMk id="15" creationId="{5FAA5CA7-B43E-5FF5-372F-1F3969384D8D}"/>
          </ac:cxnSpMkLst>
        </pc:cxnChg>
      </pc:sldChg>
      <pc:sldChg chg="addSp delSp modSp add mod">
        <pc:chgData name="Agnès Drouard" userId="380734668b9b7b1b" providerId="LiveId" clId="{57AC7B86-18E1-4505-B8C5-89A0DCCB7A98}" dt="2026-06-18T10:39:47.140" v="3572" actId="1076"/>
        <pc:sldMkLst>
          <pc:docMk/>
          <pc:sldMk cId="2844125986" sldId="325"/>
        </pc:sldMkLst>
        <pc:spChg chg="add mod">
          <ac:chgData name="Agnès Drouard" userId="380734668b9b7b1b" providerId="LiveId" clId="{57AC7B86-18E1-4505-B8C5-89A0DCCB7A98}" dt="2026-06-18T10:39:47.140" v="3572" actId="1076"/>
          <ac:spMkLst>
            <pc:docMk/>
            <pc:sldMk cId="2844125986" sldId="325"/>
            <ac:spMk id="5" creationId="{68BBE0F5-05F9-2871-BF37-21C1857110FA}"/>
          </ac:spMkLst>
        </pc:spChg>
        <pc:spChg chg="del mod">
          <ac:chgData name="Agnès Drouard" userId="380734668b9b7b1b" providerId="LiveId" clId="{57AC7B86-18E1-4505-B8C5-89A0DCCB7A98}" dt="2026-06-18T10:37:33.735" v="3538" actId="478"/>
          <ac:spMkLst>
            <pc:docMk/>
            <pc:sldMk cId="2844125986" sldId="325"/>
            <ac:spMk id="6" creationId="{E1D7C8B9-B819-911F-054B-FCEE72671A0C}"/>
          </ac:spMkLst>
        </pc:spChg>
        <pc:spChg chg="del">
          <ac:chgData name="Agnès Drouard" userId="380734668b9b7b1b" providerId="LiveId" clId="{57AC7B86-18E1-4505-B8C5-89A0DCCB7A98}" dt="2026-06-18T10:19:07.865" v="3340" actId="478"/>
          <ac:spMkLst>
            <pc:docMk/>
            <pc:sldMk cId="2844125986" sldId="325"/>
            <ac:spMk id="7" creationId="{7F61DAC6-A281-142F-1302-DC43F1755B8F}"/>
          </ac:spMkLst>
        </pc:spChg>
        <pc:spChg chg="add mod">
          <ac:chgData name="Agnès Drouard" userId="380734668b9b7b1b" providerId="LiveId" clId="{57AC7B86-18E1-4505-B8C5-89A0DCCB7A98}" dt="2026-06-18T10:38:48.247" v="3554" actId="1076"/>
          <ac:spMkLst>
            <pc:docMk/>
            <pc:sldMk cId="2844125986" sldId="325"/>
            <ac:spMk id="8" creationId="{E11663CB-FE32-06F2-EA51-790332C2DBAA}"/>
          </ac:spMkLst>
        </pc:spChg>
        <pc:spChg chg="add mod">
          <ac:chgData name="Agnès Drouard" userId="380734668b9b7b1b" providerId="LiveId" clId="{57AC7B86-18E1-4505-B8C5-89A0DCCB7A98}" dt="2026-06-18T10:39:39.517" v="3571" actId="207"/>
          <ac:spMkLst>
            <pc:docMk/>
            <pc:sldMk cId="2844125986" sldId="325"/>
            <ac:spMk id="9" creationId="{43C83A7F-4AF3-03CC-6F31-57AD09002C2A}"/>
          </ac:spMkLst>
        </pc:spChg>
        <pc:spChg chg="del">
          <ac:chgData name="Agnès Drouard" userId="380734668b9b7b1b" providerId="LiveId" clId="{57AC7B86-18E1-4505-B8C5-89A0DCCB7A98}" dt="2026-06-18T10:19:41.450" v="3343" actId="478"/>
          <ac:spMkLst>
            <pc:docMk/>
            <pc:sldMk cId="2844125986" sldId="325"/>
            <ac:spMk id="10" creationId="{83FDA200-5F5E-D7B9-77E0-DDCF532E9167}"/>
          </ac:spMkLst>
        </pc:spChg>
        <pc:spChg chg="del">
          <ac:chgData name="Agnès Drouard" userId="380734668b9b7b1b" providerId="LiveId" clId="{57AC7B86-18E1-4505-B8C5-89A0DCCB7A98}" dt="2026-06-18T10:19:08.303" v="3341" actId="478"/>
          <ac:spMkLst>
            <pc:docMk/>
            <pc:sldMk cId="2844125986" sldId="325"/>
            <ac:spMk id="11" creationId="{79405572-BFF2-B7EF-4265-C50DDAC29226}"/>
          </ac:spMkLst>
        </pc:spChg>
        <pc:spChg chg="del">
          <ac:chgData name="Agnès Drouard" userId="380734668b9b7b1b" providerId="LiveId" clId="{57AC7B86-18E1-4505-B8C5-89A0DCCB7A98}" dt="2026-06-18T10:19:08.738" v="3342" actId="478"/>
          <ac:spMkLst>
            <pc:docMk/>
            <pc:sldMk cId="2844125986" sldId="325"/>
            <ac:spMk id="12" creationId="{B80E2A81-09B9-8925-A5A4-99DC852C86B8}"/>
          </ac:spMkLst>
        </pc:spChg>
        <pc:spChg chg="mod">
          <ac:chgData name="Agnès Drouard" userId="380734668b9b7b1b" providerId="LiveId" clId="{57AC7B86-18E1-4505-B8C5-89A0DCCB7A98}" dt="2026-06-18T10:19:04.468" v="3338" actId="20577"/>
          <ac:spMkLst>
            <pc:docMk/>
            <pc:sldMk cId="2844125986" sldId="325"/>
            <ac:spMk id="2018" creationId="{009F64EA-9564-48B6-6CC1-BC0359D83E82}"/>
          </ac:spMkLst>
        </pc:spChg>
        <pc:spChg chg="mod">
          <ac:chgData name="Agnès Drouard" userId="380734668b9b7b1b" providerId="LiveId" clId="{57AC7B86-18E1-4505-B8C5-89A0DCCB7A98}" dt="2026-06-18T10:37:51.336" v="3540" actId="1076"/>
          <ac:spMkLst>
            <pc:docMk/>
            <pc:sldMk cId="2844125986" sldId="325"/>
            <ac:spMk id="2021" creationId="{FF2C9E6D-ABAD-E11C-2773-2EAEB70F47CF}"/>
          </ac:spMkLst>
        </pc:spChg>
        <pc:graphicFrameChg chg="add mod modGraphic">
          <ac:chgData name="Agnès Drouard" userId="380734668b9b7b1b" providerId="LiveId" clId="{57AC7B86-18E1-4505-B8C5-89A0DCCB7A98}" dt="2026-06-18T10:39:13.879" v="3557" actId="2084"/>
          <ac:graphicFrameMkLst>
            <pc:docMk/>
            <pc:sldMk cId="2844125986" sldId="325"/>
            <ac:graphicFrameMk id="3" creationId="{C19D7BEE-42D4-078F-DB02-9761FF26421F}"/>
          </ac:graphicFrameMkLst>
        </pc:graphicFrameChg>
        <pc:picChg chg="del">
          <ac:chgData name="Agnès Drouard" userId="380734668b9b7b1b" providerId="LiveId" clId="{57AC7B86-18E1-4505-B8C5-89A0DCCB7A98}" dt="2026-06-18T10:19:07.257" v="3339" actId="478"/>
          <ac:picMkLst>
            <pc:docMk/>
            <pc:sldMk cId="2844125986" sldId="325"/>
            <ac:picMk id="4" creationId="{40489B61-F6BA-A62C-1CE8-C2E4E4ED4E80}"/>
          </ac:picMkLst>
        </pc:picChg>
      </pc:sldChg>
      <pc:sldChg chg="addSp delSp modSp add mod">
        <pc:chgData name="Agnès Drouard" userId="380734668b9b7b1b" providerId="LiveId" clId="{57AC7B86-18E1-4505-B8C5-89A0DCCB7A98}" dt="2026-06-19T15:47:12.788" v="5487" actId="1076"/>
        <pc:sldMkLst>
          <pc:docMk/>
          <pc:sldMk cId="4052142075" sldId="326"/>
        </pc:sldMkLst>
        <pc:spChg chg="mod">
          <ac:chgData name="Agnès Drouard" userId="380734668b9b7b1b" providerId="LiveId" clId="{57AC7B86-18E1-4505-B8C5-89A0DCCB7A98}" dt="2026-06-18T10:44:28.672" v="3577" actId="403"/>
          <ac:spMkLst>
            <pc:docMk/>
            <pc:sldMk cId="4052142075" sldId="326"/>
            <ac:spMk id="2" creationId="{F589A6FC-E0AF-4E1E-2BEF-B22BA369D4ED}"/>
          </ac:spMkLst>
        </pc:spChg>
        <pc:spChg chg="del">
          <ac:chgData name="Agnès Drouard" userId="380734668b9b7b1b" providerId="LiveId" clId="{57AC7B86-18E1-4505-B8C5-89A0DCCB7A98}" dt="2026-06-18T10:44:38.740" v="3584" actId="478"/>
          <ac:spMkLst>
            <pc:docMk/>
            <pc:sldMk cId="4052142075" sldId="326"/>
            <ac:spMk id="6" creationId="{D4A3CFEF-EFA4-C647-F1E9-587F12A9BE22}"/>
          </ac:spMkLst>
        </pc:spChg>
        <pc:spChg chg="del">
          <ac:chgData name="Agnès Drouard" userId="380734668b9b7b1b" providerId="LiveId" clId="{57AC7B86-18E1-4505-B8C5-89A0DCCB7A98}" dt="2026-06-18T10:44:36.279" v="3582" actId="478"/>
          <ac:spMkLst>
            <pc:docMk/>
            <pc:sldMk cId="4052142075" sldId="326"/>
            <ac:spMk id="7" creationId="{E232D097-8EAB-E444-1E24-F2C0C0288FB1}"/>
          </ac:spMkLst>
        </pc:spChg>
        <pc:spChg chg="del">
          <ac:chgData name="Agnès Drouard" userId="380734668b9b7b1b" providerId="LiveId" clId="{57AC7B86-18E1-4505-B8C5-89A0DCCB7A98}" dt="2026-06-18T10:44:35.678" v="3581" actId="478"/>
          <ac:spMkLst>
            <pc:docMk/>
            <pc:sldMk cId="4052142075" sldId="326"/>
            <ac:spMk id="10" creationId="{C5BA7ABE-221E-0938-39A0-9B081773A640}"/>
          </ac:spMkLst>
        </pc:spChg>
        <pc:spChg chg="del">
          <ac:chgData name="Agnès Drouard" userId="380734668b9b7b1b" providerId="LiveId" clId="{57AC7B86-18E1-4505-B8C5-89A0DCCB7A98}" dt="2026-06-18T10:44:33.306" v="3580" actId="478"/>
          <ac:spMkLst>
            <pc:docMk/>
            <pc:sldMk cId="4052142075" sldId="326"/>
            <ac:spMk id="11" creationId="{C32D9A8F-9FE4-5F5D-B155-42363A9956BA}"/>
          </ac:spMkLst>
        </pc:spChg>
        <pc:spChg chg="del">
          <ac:chgData name="Agnès Drouard" userId="380734668b9b7b1b" providerId="LiveId" clId="{57AC7B86-18E1-4505-B8C5-89A0DCCB7A98}" dt="2026-06-18T10:44:32.539" v="3579" actId="478"/>
          <ac:spMkLst>
            <pc:docMk/>
            <pc:sldMk cId="4052142075" sldId="326"/>
            <ac:spMk id="12" creationId="{F8D06189-E730-8076-1BD7-F1E459FA784C}"/>
          </ac:spMkLst>
        </pc:spChg>
        <pc:spChg chg="mod">
          <ac:chgData name="Agnès Drouard" userId="380734668b9b7b1b" providerId="LiveId" clId="{57AC7B86-18E1-4505-B8C5-89A0DCCB7A98}" dt="2026-06-18T10:44:48.092" v="3598" actId="20577"/>
          <ac:spMkLst>
            <pc:docMk/>
            <pc:sldMk cId="4052142075" sldId="326"/>
            <ac:spMk id="2018" creationId="{AF34EC09-52A3-8F25-5BCE-32A2A5E5C35A}"/>
          </ac:spMkLst>
        </pc:spChg>
        <pc:spChg chg="del">
          <ac:chgData name="Agnès Drouard" userId="380734668b9b7b1b" providerId="LiveId" clId="{57AC7B86-18E1-4505-B8C5-89A0DCCB7A98}" dt="2026-06-18T10:44:37.345" v="3583" actId="478"/>
          <ac:spMkLst>
            <pc:docMk/>
            <pc:sldMk cId="4052142075" sldId="326"/>
            <ac:spMk id="2021" creationId="{22ED1529-BBB4-B542-3A5D-2509279ED679}"/>
          </ac:spMkLst>
        </pc:spChg>
        <pc:picChg chg="del">
          <ac:chgData name="Agnès Drouard" userId="380734668b9b7b1b" providerId="LiveId" clId="{57AC7B86-18E1-4505-B8C5-89A0DCCB7A98}" dt="2026-06-18T10:44:31.827" v="3578" actId="478"/>
          <ac:picMkLst>
            <pc:docMk/>
            <pc:sldMk cId="4052142075" sldId="326"/>
            <ac:picMk id="4" creationId="{03D1CC5E-E598-7CB5-3DDA-87AF1EFBF46A}"/>
          </ac:picMkLst>
        </pc:picChg>
        <pc:picChg chg="add mod">
          <ac:chgData name="Agnès Drouard" userId="380734668b9b7b1b" providerId="LiveId" clId="{57AC7B86-18E1-4505-B8C5-89A0DCCB7A98}" dt="2026-06-18T10:45:34.763" v="3607" actId="1076"/>
          <ac:picMkLst>
            <pc:docMk/>
            <pc:sldMk cId="4052142075" sldId="326"/>
            <ac:picMk id="5" creationId="{E45DDC23-C445-0D97-4175-909DDA29CFD0}"/>
          </ac:picMkLst>
        </pc:picChg>
        <pc:picChg chg="add mod">
          <ac:chgData name="Agnès Drouard" userId="380734668b9b7b1b" providerId="LiveId" clId="{57AC7B86-18E1-4505-B8C5-89A0DCCB7A98}" dt="2026-06-19T15:47:12.788" v="5487" actId="1076"/>
          <ac:picMkLst>
            <pc:docMk/>
            <pc:sldMk cId="4052142075" sldId="326"/>
            <ac:picMk id="9" creationId="{877F37F2-70D4-436A-BA2C-B6E65A327964}"/>
          </ac:picMkLst>
        </pc:picChg>
      </pc:sldChg>
      <pc:sldChg chg="addSp delSp modSp add mod modNotesTx">
        <pc:chgData name="Agnès Drouard" userId="380734668b9b7b1b" providerId="LiveId" clId="{57AC7B86-18E1-4505-B8C5-89A0DCCB7A98}" dt="2026-06-19T14:37:48.327" v="5458" actId="20577"/>
        <pc:sldMkLst>
          <pc:docMk/>
          <pc:sldMk cId="2644540369" sldId="327"/>
        </pc:sldMkLst>
        <pc:spChg chg="add mod">
          <ac:chgData name="Agnès Drouard" userId="380734668b9b7b1b" providerId="LiveId" clId="{57AC7B86-18E1-4505-B8C5-89A0DCCB7A98}" dt="2026-06-18T10:49:19.663" v="3730" actId="164"/>
          <ac:spMkLst>
            <pc:docMk/>
            <pc:sldMk cId="2644540369" sldId="327"/>
            <ac:spMk id="6" creationId="{F8B4F79C-A6DE-2AAF-477F-8FC130CC15A4}"/>
          </ac:spMkLst>
        </pc:spChg>
        <pc:spChg chg="add mod">
          <ac:chgData name="Agnès Drouard" userId="380734668b9b7b1b" providerId="LiveId" clId="{57AC7B86-18E1-4505-B8C5-89A0DCCB7A98}" dt="2026-06-18T10:49:19.663" v="3730" actId="164"/>
          <ac:spMkLst>
            <pc:docMk/>
            <pc:sldMk cId="2644540369" sldId="327"/>
            <ac:spMk id="7" creationId="{115B433E-4110-4121-05CA-9C8E126FC894}"/>
          </ac:spMkLst>
        </pc:spChg>
        <pc:spChg chg="add mod">
          <ac:chgData name="Agnès Drouard" userId="380734668b9b7b1b" providerId="LiveId" clId="{57AC7B86-18E1-4505-B8C5-89A0DCCB7A98}" dt="2026-06-18T10:49:15.029" v="3729" actId="1076"/>
          <ac:spMkLst>
            <pc:docMk/>
            <pc:sldMk cId="2644540369" sldId="327"/>
            <ac:spMk id="8" creationId="{AA3D416B-3338-9FD6-84E2-D964AD634C95}"/>
          </ac:spMkLst>
        </pc:spChg>
        <pc:spChg chg="mod">
          <ac:chgData name="Agnès Drouard" userId="380734668b9b7b1b" providerId="LiveId" clId="{57AC7B86-18E1-4505-B8C5-89A0DCCB7A98}" dt="2026-06-18T10:46:08.450" v="3659" actId="20577"/>
          <ac:spMkLst>
            <pc:docMk/>
            <pc:sldMk cId="2644540369" sldId="327"/>
            <ac:spMk id="2018" creationId="{CAF4EDB9-C08A-CC9A-007F-49C24E86B964}"/>
          </ac:spMkLst>
        </pc:spChg>
        <pc:grpChg chg="add mod">
          <ac:chgData name="Agnès Drouard" userId="380734668b9b7b1b" providerId="LiveId" clId="{57AC7B86-18E1-4505-B8C5-89A0DCCB7A98}" dt="2026-06-18T10:49:26.091" v="3731" actId="1076"/>
          <ac:grpSpMkLst>
            <pc:docMk/>
            <pc:sldMk cId="2644540369" sldId="327"/>
            <ac:grpSpMk id="10" creationId="{68FF0526-1626-0399-5383-916FF87EDAD8}"/>
          </ac:grpSpMkLst>
        </pc:grpChg>
        <pc:picChg chg="add mod">
          <ac:chgData name="Agnès Drouard" userId="380734668b9b7b1b" providerId="LiveId" clId="{57AC7B86-18E1-4505-B8C5-89A0DCCB7A98}" dt="2026-06-18T10:49:19.663" v="3730" actId="164"/>
          <ac:picMkLst>
            <pc:docMk/>
            <pc:sldMk cId="2644540369" sldId="327"/>
            <ac:picMk id="4" creationId="{BDB17E50-3962-98D3-CCD9-E805E3E05BE8}"/>
          </ac:picMkLst>
        </pc:picChg>
        <pc:picChg chg="del">
          <ac:chgData name="Agnès Drouard" userId="380734668b9b7b1b" providerId="LiveId" clId="{57AC7B86-18E1-4505-B8C5-89A0DCCB7A98}" dt="2026-06-18T10:46:10.364" v="3660" actId="478"/>
          <ac:picMkLst>
            <pc:docMk/>
            <pc:sldMk cId="2644540369" sldId="327"/>
            <ac:picMk id="5" creationId="{6F1345CE-590E-B634-0BB1-50FF35A7ED3F}"/>
          </ac:picMkLst>
        </pc:picChg>
        <pc:picChg chg="del">
          <ac:chgData name="Agnès Drouard" userId="380734668b9b7b1b" providerId="LiveId" clId="{57AC7B86-18E1-4505-B8C5-89A0DCCB7A98}" dt="2026-06-18T10:46:11.033" v="3661" actId="478"/>
          <ac:picMkLst>
            <pc:docMk/>
            <pc:sldMk cId="2644540369" sldId="327"/>
            <ac:picMk id="9" creationId="{6266057A-4D8E-E646-86D5-D2A99FE2729D}"/>
          </ac:picMkLst>
        </pc:picChg>
      </pc:sldChg>
      <pc:sldChg chg="addSp delSp modSp add mod">
        <pc:chgData name="Agnès Drouard" userId="380734668b9b7b1b" providerId="LiveId" clId="{57AC7B86-18E1-4505-B8C5-89A0DCCB7A98}" dt="2026-06-18T10:53:10.482" v="3810" actId="1076"/>
        <pc:sldMkLst>
          <pc:docMk/>
          <pc:sldMk cId="3929001672" sldId="328"/>
        </pc:sldMkLst>
        <pc:spChg chg="mod">
          <ac:chgData name="Agnès Drouard" userId="380734668b9b7b1b" providerId="LiveId" clId="{57AC7B86-18E1-4505-B8C5-89A0DCCB7A98}" dt="2026-06-18T10:53:05.963" v="3808" actId="1076"/>
          <ac:spMkLst>
            <pc:docMk/>
            <pc:sldMk cId="3929001672" sldId="328"/>
            <ac:spMk id="2287" creationId="{3832AB1D-90F8-8158-802D-960D3D93453D}"/>
          </ac:spMkLst>
        </pc:spChg>
        <pc:spChg chg="mod">
          <ac:chgData name="Agnès Drouard" userId="380734668b9b7b1b" providerId="LiveId" clId="{57AC7B86-18E1-4505-B8C5-89A0DCCB7A98}" dt="2026-06-18T10:53:10.482" v="3810" actId="1076"/>
          <ac:spMkLst>
            <pc:docMk/>
            <pc:sldMk cId="3929001672" sldId="328"/>
            <ac:spMk id="2288" creationId="{A82C648E-0144-71A8-B315-EF3B80C6B92F}"/>
          </ac:spMkLst>
        </pc:spChg>
        <pc:spChg chg="del">
          <ac:chgData name="Agnès Drouard" userId="380734668b9b7b1b" providerId="LiveId" clId="{57AC7B86-18E1-4505-B8C5-89A0DCCB7A98}" dt="2026-06-18T10:51:56.580" v="3791" actId="478"/>
          <ac:spMkLst>
            <pc:docMk/>
            <pc:sldMk cId="3929001672" sldId="328"/>
            <ac:spMk id="2289" creationId="{4FB8D721-89C2-F7ED-B840-F59A4D59E6B6}"/>
          </ac:spMkLst>
        </pc:spChg>
        <pc:spChg chg="del">
          <ac:chgData name="Agnès Drouard" userId="380734668b9b7b1b" providerId="LiveId" clId="{57AC7B86-18E1-4505-B8C5-89A0DCCB7A98}" dt="2026-06-18T10:51:49.901" v="3784" actId="478"/>
          <ac:spMkLst>
            <pc:docMk/>
            <pc:sldMk cId="3929001672" sldId="328"/>
            <ac:spMk id="2290" creationId="{B9B309B9-A1A1-5B10-53AB-BEF1199DBD6F}"/>
          </ac:spMkLst>
        </pc:spChg>
        <pc:spChg chg="del mod">
          <ac:chgData name="Agnès Drouard" userId="380734668b9b7b1b" providerId="LiveId" clId="{57AC7B86-18E1-4505-B8C5-89A0DCCB7A98}" dt="2026-06-18T10:51:50.976" v="3786" actId="478"/>
          <ac:spMkLst>
            <pc:docMk/>
            <pc:sldMk cId="3929001672" sldId="328"/>
            <ac:spMk id="2291" creationId="{1577DA28-01E9-ACB7-5C2B-D354C7CB3783}"/>
          </ac:spMkLst>
        </pc:spChg>
        <pc:spChg chg="del">
          <ac:chgData name="Agnès Drouard" userId="380734668b9b7b1b" providerId="LiveId" clId="{57AC7B86-18E1-4505-B8C5-89A0DCCB7A98}" dt="2026-06-18T10:51:52.162" v="3788" actId="478"/>
          <ac:spMkLst>
            <pc:docMk/>
            <pc:sldMk cId="3929001672" sldId="328"/>
            <ac:spMk id="2292" creationId="{28C412E1-8832-35A1-6D74-7FCAC5813806}"/>
          </ac:spMkLst>
        </pc:spChg>
        <pc:spChg chg="del">
          <ac:chgData name="Agnès Drouard" userId="380734668b9b7b1b" providerId="LiveId" clId="{57AC7B86-18E1-4505-B8C5-89A0DCCB7A98}" dt="2026-06-18T10:51:53.345" v="3790" actId="478"/>
          <ac:spMkLst>
            <pc:docMk/>
            <pc:sldMk cId="3929001672" sldId="328"/>
            <ac:spMk id="2293" creationId="{7F9739B3-18A6-8D10-1418-659992383F68}"/>
          </ac:spMkLst>
        </pc:spChg>
        <pc:grpChg chg="del">
          <ac:chgData name="Agnès Drouard" userId="380734668b9b7b1b" providerId="LiveId" clId="{57AC7B86-18E1-4505-B8C5-89A0DCCB7A98}" dt="2026-06-18T10:51:51.578" v="3787" actId="478"/>
          <ac:grpSpMkLst>
            <pc:docMk/>
            <pc:sldMk cId="3929001672" sldId="328"/>
            <ac:grpSpMk id="2294" creationId="{2BA62F7F-7B97-4B8B-E391-F49A6744DA71}"/>
          </ac:grpSpMkLst>
        </pc:grpChg>
        <pc:grpChg chg="del">
          <ac:chgData name="Agnès Drouard" userId="380734668b9b7b1b" providerId="LiveId" clId="{57AC7B86-18E1-4505-B8C5-89A0DCCB7A98}" dt="2026-06-18T10:51:52.799" v="3789" actId="478"/>
          <ac:grpSpMkLst>
            <pc:docMk/>
            <pc:sldMk cId="3929001672" sldId="328"/>
            <ac:grpSpMk id="2299" creationId="{AFC17EC5-A986-42F3-F007-18906A3C2FD0}"/>
          </ac:grpSpMkLst>
        </pc:grpChg>
        <pc:grpChg chg="del mod">
          <ac:chgData name="Agnès Drouard" userId="380734668b9b7b1b" providerId="LiveId" clId="{57AC7B86-18E1-4505-B8C5-89A0DCCB7A98}" dt="2026-06-18T10:52:57.835" v="3805" actId="478"/>
          <ac:grpSpMkLst>
            <pc:docMk/>
            <pc:sldMk cId="3929001672" sldId="328"/>
            <ac:grpSpMk id="2304" creationId="{97C8FC2D-5FC7-AC44-9FBB-C11B80FF702B}"/>
          </ac:grpSpMkLst>
        </pc:grpChg>
        <pc:picChg chg="add mod">
          <ac:chgData name="Agnès Drouard" userId="380734668b9b7b1b" providerId="LiveId" clId="{57AC7B86-18E1-4505-B8C5-89A0DCCB7A98}" dt="2026-06-18T10:53:08.133" v="3809" actId="1076"/>
          <ac:picMkLst>
            <pc:docMk/>
            <pc:sldMk cId="3929001672" sldId="328"/>
            <ac:picMk id="2" creationId="{F60668DA-791B-E139-8E3A-6DF3D0620B29}"/>
          </ac:picMkLst>
        </pc:picChg>
      </pc:sldChg>
      <pc:sldChg chg="addSp delSp modSp add mod modNotesTx">
        <pc:chgData name="Agnès Drouard" userId="380734668b9b7b1b" providerId="LiveId" clId="{57AC7B86-18E1-4505-B8C5-89A0DCCB7A98}" dt="2026-06-18T11:05:14.162" v="4478" actId="1035"/>
        <pc:sldMkLst>
          <pc:docMk/>
          <pc:sldMk cId="2574896008" sldId="329"/>
        </pc:sldMkLst>
        <pc:spChg chg="add mod">
          <ac:chgData name="Agnès Drouard" userId="380734668b9b7b1b" providerId="LiveId" clId="{57AC7B86-18E1-4505-B8C5-89A0DCCB7A98}" dt="2026-06-18T10:54:03.038" v="3812"/>
          <ac:spMkLst>
            <pc:docMk/>
            <pc:sldMk cId="2574896008" sldId="329"/>
            <ac:spMk id="2" creationId="{BD5D39DB-8C99-68C9-5530-38BA742DA28A}"/>
          </ac:spMkLst>
        </pc:spChg>
        <pc:spChg chg="add mod">
          <ac:chgData name="Agnès Drouard" userId="380734668b9b7b1b" providerId="LiveId" clId="{57AC7B86-18E1-4505-B8C5-89A0DCCB7A98}" dt="2026-06-18T11:04:54.544" v="4451" actId="1035"/>
          <ac:spMkLst>
            <pc:docMk/>
            <pc:sldMk cId="2574896008" sldId="329"/>
            <ac:spMk id="4" creationId="{18879FB5-AD8C-C5AF-8084-BDE5BFA43881}"/>
          </ac:spMkLst>
        </pc:spChg>
        <pc:spChg chg="add mod">
          <ac:chgData name="Agnès Drouard" userId="380734668b9b7b1b" providerId="LiveId" clId="{57AC7B86-18E1-4505-B8C5-89A0DCCB7A98}" dt="2026-06-18T11:05:14.162" v="4478" actId="1035"/>
          <ac:spMkLst>
            <pc:docMk/>
            <pc:sldMk cId="2574896008" sldId="329"/>
            <ac:spMk id="5" creationId="{2BB1E1F7-4695-8447-201F-D461EAB76A5F}"/>
          </ac:spMkLst>
        </pc:spChg>
        <pc:spChg chg="add mod">
          <ac:chgData name="Agnès Drouard" userId="380734668b9b7b1b" providerId="LiveId" clId="{57AC7B86-18E1-4505-B8C5-89A0DCCB7A98}" dt="2026-06-18T11:04:54.544" v="4451" actId="1035"/>
          <ac:spMkLst>
            <pc:docMk/>
            <pc:sldMk cId="2574896008" sldId="329"/>
            <ac:spMk id="6" creationId="{6694A537-BAF3-DCF5-DFAB-0A6255E9F04E}"/>
          </ac:spMkLst>
        </pc:spChg>
        <pc:spChg chg="del mod">
          <ac:chgData name="Agnès Drouard" userId="380734668b9b7b1b" providerId="LiveId" clId="{57AC7B86-18E1-4505-B8C5-89A0DCCB7A98}" dt="2026-06-18T11:03:28.531" v="4407" actId="478"/>
          <ac:spMkLst>
            <pc:docMk/>
            <pc:sldMk cId="2574896008" sldId="329"/>
            <ac:spMk id="1291" creationId="{ED1D85BA-7178-0D23-BE66-1BBBC972E561}"/>
          </ac:spMkLst>
        </pc:spChg>
        <pc:spChg chg="del mod">
          <ac:chgData name="Agnès Drouard" userId="380734668b9b7b1b" providerId="LiveId" clId="{57AC7B86-18E1-4505-B8C5-89A0DCCB7A98}" dt="2026-06-18T11:03:27.903" v="4406" actId="478"/>
          <ac:spMkLst>
            <pc:docMk/>
            <pc:sldMk cId="2574896008" sldId="329"/>
            <ac:spMk id="1292" creationId="{B81CE75F-E5C3-9FDF-6096-AAFCA6F467C5}"/>
          </ac:spMkLst>
        </pc:spChg>
        <pc:spChg chg="mod">
          <ac:chgData name="Agnès Drouard" userId="380734668b9b7b1b" providerId="LiveId" clId="{57AC7B86-18E1-4505-B8C5-89A0DCCB7A98}" dt="2026-06-18T11:04:44.513" v="4432" actId="20577"/>
          <ac:spMkLst>
            <pc:docMk/>
            <pc:sldMk cId="2574896008" sldId="329"/>
            <ac:spMk id="1293" creationId="{BC2405CF-65E8-E72B-3A89-CAE381771554}"/>
          </ac:spMkLst>
        </pc:spChg>
        <pc:spChg chg="mod">
          <ac:chgData name="Agnès Drouard" userId="380734668b9b7b1b" providerId="LiveId" clId="{57AC7B86-18E1-4505-B8C5-89A0DCCB7A98}" dt="2026-06-18T11:05:14.162" v="4478" actId="1035"/>
          <ac:spMkLst>
            <pc:docMk/>
            <pc:sldMk cId="2574896008" sldId="329"/>
            <ac:spMk id="1294" creationId="{6E647BF5-959A-F1F4-FC23-909737A91401}"/>
          </ac:spMkLst>
        </pc:spChg>
        <pc:spChg chg="del mod">
          <ac:chgData name="Agnès Drouard" userId="380734668b9b7b1b" providerId="LiveId" clId="{57AC7B86-18E1-4505-B8C5-89A0DCCB7A98}" dt="2026-06-18T10:56:59.317" v="3995" actId="478"/>
          <ac:spMkLst>
            <pc:docMk/>
            <pc:sldMk cId="2574896008" sldId="329"/>
            <ac:spMk id="1295" creationId="{6DE29E10-AE7F-528F-4AFE-7EDE38A0D636}"/>
          </ac:spMkLst>
        </pc:spChg>
        <pc:spChg chg="mod">
          <ac:chgData name="Agnès Drouard" userId="380734668b9b7b1b" providerId="LiveId" clId="{57AC7B86-18E1-4505-B8C5-89A0DCCB7A98}" dt="2026-06-18T11:04:54.544" v="4451" actId="1035"/>
          <ac:spMkLst>
            <pc:docMk/>
            <pc:sldMk cId="2574896008" sldId="329"/>
            <ac:spMk id="1296" creationId="{D5E47561-C4A1-FAFB-9C36-07CEEF924425}"/>
          </ac:spMkLst>
        </pc:spChg>
        <pc:spChg chg="mod">
          <ac:chgData name="Agnès Drouard" userId="380734668b9b7b1b" providerId="LiveId" clId="{57AC7B86-18E1-4505-B8C5-89A0DCCB7A98}" dt="2026-06-18T11:05:14.162" v="4478" actId="1035"/>
          <ac:spMkLst>
            <pc:docMk/>
            <pc:sldMk cId="2574896008" sldId="329"/>
            <ac:spMk id="1297" creationId="{A501D666-A7C6-3826-97D0-2CB81C9A1C6D}"/>
          </ac:spMkLst>
        </pc:spChg>
        <pc:grpChg chg="del">
          <ac:chgData name="Agnès Drouard" userId="380734668b9b7b1b" providerId="LiveId" clId="{57AC7B86-18E1-4505-B8C5-89A0DCCB7A98}" dt="2026-06-18T10:58:23.101" v="4053" actId="478"/>
          <ac:grpSpMkLst>
            <pc:docMk/>
            <pc:sldMk cId="2574896008" sldId="329"/>
            <ac:grpSpMk id="1298" creationId="{8BC731C7-5727-5DF6-C723-5485CD62E0B0}"/>
          </ac:grpSpMkLst>
        </pc:grpChg>
        <pc:grpChg chg="del">
          <ac:chgData name="Agnès Drouard" userId="380734668b9b7b1b" providerId="LiveId" clId="{57AC7B86-18E1-4505-B8C5-89A0DCCB7A98}" dt="2026-06-18T10:59:18.271" v="4074" actId="478"/>
          <ac:grpSpMkLst>
            <pc:docMk/>
            <pc:sldMk cId="2574896008" sldId="329"/>
            <ac:grpSpMk id="1307" creationId="{49F52AF9-F5B7-8823-EFB6-A5EE8EAD5A7B}"/>
          </ac:grpSpMkLst>
        </pc:grpChg>
      </pc:sldChg>
      <pc:sldMasterChg chg="delSldLayout modSldLayout">
        <pc:chgData name="Agnès Drouard" userId="380734668b9b7b1b" providerId="LiveId" clId="{57AC7B86-18E1-4505-B8C5-89A0DCCB7A98}" dt="2026-06-18T11:05:32.600" v="4479" actId="47"/>
        <pc:sldMasterMkLst>
          <pc:docMk/>
          <pc:sldMasterMk cId="0" sldId="2147483681"/>
        </pc:sldMasterMkLst>
        <pc:sldLayoutChg chg="del">
          <pc:chgData name="Agnès Drouard" userId="380734668b9b7b1b" providerId="LiveId" clId="{57AC7B86-18E1-4505-B8C5-89A0DCCB7A98}" dt="2026-06-18T11:05:32.600" v="4479" actId="47"/>
          <pc:sldLayoutMkLst>
            <pc:docMk/>
            <pc:sldMasterMk cId="0" sldId="2147483681"/>
            <pc:sldLayoutMk cId="0" sldId="2147483649"/>
          </pc:sldLayoutMkLst>
        </pc:sldLayoutChg>
        <pc:sldLayoutChg chg="addSp delSp modSp del mod">
          <pc:chgData name="Agnès Drouard" userId="380734668b9b7b1b" providerId="LiveId" clId="{57AC7B86-18E1-4505-B8C5-89A0DCCB7A98}" dt="2026-06-18T11:05:32.600" v="4479" actId="47"/>
          <pc:sldLayoutMkLst>
            <pc:docMk/>
            <pc:sldMasterMk cId="0" sldId="2147483681"/>
            <pc:sldLayoutMk cId="0" sldId="2147483650"/>
          </pc:sldLayoutMkLst>
          <pc:grpChg chg="del">
            <ac:chgData name="Agnès Drouard" userId="380734668b9b7b1b" providerId="LiveId" clId="{57AC7B86-18E1-4505-B8C5-89A0DCCB7A98}" dt="2026-06-18T08:48:08.022" v="234" actId="478"/>
            <ac:grpSpMkLst>
              <pc:docMk/>
              <pc:sldMasterMk cId="0" sldId="2147483681"/>
              <pc:sldLayoutMk cId="0" sldId="2147483650"/>
              <ac:grpSpMk id="30" creationId="{00000000-0000-0000-0000-000000000000}"/>
            </ac:grpSpMkLst>
          </pc:grpChg>
          <pc:picChg chg="add mod">
            <ac:chgData name="Agnès Drouard" userId="380734668b9b7b1b" providerId="LiveId" clId="{57AC7B86-18E1-4505-B8C5-89A0DCCB7A98}" dt="2026-06-18T08:48:20.676" v="237" actId="1076"/>
            <ac:picMkLst>
              <pc:docMk/>
              <pc:sldMasterMk cId="0" sldId="2147483681"/>
              <pc:sldLayoutMk cId="0" sldId="2147483650"/>
              <ac:picMk id="3" creationId="{B8FCA1A0-E09B-FF9D-8203-6377A984A11E}"/>
            </ac:picMkLst>
          </pc:picChg>
        </pc:sldLayoutChg>
        <pc:sldLayoutChg chg="del">
          <pc:chgData name="Agnès Drouard" userId="380734668b9b7b1b" providerId="LiveId" clId="{57AC7B86-18E1-4505-B8C5-89A0DCCB7A98}" dt="2026-06-18T11:05:32.600" v="4479" actId="47"/>
          <pc:sldLayoutMkLst>
            <pc:docMk/>
            <pc:sldMasterMk cId="0" sldId="2147483681"/>
            <pc:sldLayoutMk cId="0" sldId="2147483651"/>
          </pc:sldLayoutMkLst>
        </pc:sldLayoutChg>
        <pc:sldLayoutChg chg="addSp delSp modSp del mod">
          <pc:chgData name="Agnès Drouard" userId="380734668b9b7b1b" providerId="LiveId" clId="{57AC7B86-18E1-4505-B8C5-89A0DCCB7A98}" dt="2026-06-18T11:05:32.600" v="4479" actId="47"/>
          <pc:sldLayoutMkLst>
            <pc:docMk/>
            <pc:sldMasterMk cId="0" sldId="2147483681"/>
            <pc:sldLayoutMk cId="0" sldId="2147483652"/>
          </pc:sldLayoutMkLst>
          <pc:grpChg chg="del">
            <ac:chgData name="Agnès Drouard" userId="380734668b9b7b1b" providerId="LiveId" clId="{57AC7B86-18E1-4505-B8C5-89A0DCCB7A98}" dt="2026-06-18T08:47:04.123" v="199" actId="478"/>
            <ac:grpSpMkLst>
              <pc:docMk/>
              <pc:sldMasterMk cId="0" sldId="2147483681"/>
              <pc:sldLayoutMk cId="0" sldId="2147483652"/>
              <ac:grpSpMk id="51" creationId="{00000000-0000-0000-0000-000000000000}"/>
            </ac:grpSpMkLst>
          </pc:grpChg>
          <pc:picChg chg="add mod">
            <ac:chgData name="Agnès Drouard" userId="380734668b9b7b1b" providerId="LiveId" clId="{57AC7B86-18E1-4505-B8C5-89A0DCCB7A98}" dt="2026-06-18T08:47:12.864" v="207" actId="1036"/>
            <ac:picMkLst>
              <pc:docMk/>
              <pc:sldMasterMk cId="0" sldId="2147483681"/>
              <pc:sldLayoutMk cId="0" sldId="2147483652"/>
              <ac:picMk id="2" creationId="{EF8AFCCA-1847-B1DB-5A27-32D6CE58A5D2}"/>
            </ac:picMkLst>
          </pc:picChg>
        </pc:sldLayoutChg>
        <pc:sldLayoutChg chg="del">
          <pc:chgData name="Agnès Drouard" userId="380734668b9b7b1b" providerId="LiveId" clId="{57AC7B86-18E1-4505-B8C5-89A0DCCB7A98}" dt="2026-06-18T11:05:32.600" v="4479" actId="47"/>
          <pc:sldLayoutMkLst>
            <pc:docMk/>
            <pc:sldMasterMk cId="0" sldId="2147483681"/>
            <pc:sldLayoutMk cId="0" sldId="2147483653"/>
          </pc:sldLayoutMkLst>
        </pc:sldLayoutChg>
        <pc:sldLayoutChg chg="del">
          <pc:chgData name="Agnès Drouard" userId="380734668b9b7b1b" providerId="LiveId" clId="{57AC7B86-18E1-4505-B8C5-89A0DCCB7A98}" dt="2026-06-18T11:05:32.600" v="4479" actId="47"/>
          <pc:sldLayoutMkLst>
            <pc:docMk/>
            <pc:sldMasterMk cId="0" sldId="2147483681"/>
            <pc:sldLayoutMk cId="0" sldId="2147483654"/>
          </pc:sldLayoutMkLst>
        </pc:sldLayoutChg>
        <pc:sldLayoutChg chg="del">
          <pc:chgData name="Agnès Drouard" userId="380734668b9b7b1b" providerId="LiveId" clId="{57AC7B86-18E1-4505-B8C5-89A0DCCB7A98}" dt="2026-06-18T11:05:32.600" v="4479" actId="47"/>
          <pc:sldLayoutMkLst>
            <pc:docMk/>
            <pc:sldMasterMk cId="0" sldId="2147483681"/>
            <pc:sldLayoutMk cId="0" sldId="2147483655"/>
          </pc:sldLayoutMkLst>
        </pc:sldLayoutChg>
        <pc:sldLayoutChg chg="del">
          <pc:chgData name="Agnès Drouard" userId="380734668b9b7b1b" providerId="LiveId" clId="{57AC7B86-18E1-4505-B8C5-89A0DCCB7A98}" dt="2026-06-18T11:05:32.600" v="4479" actId="47"/>
          <pc:sldLayoutMkLst>
            <pc:docMk/>
            <pc:sldMasterMk cId="0" sldId="2147483681"/>
            <pc:sldLayoutMk cId="0" sldId="2147483656"/>
          </pc:sldLayoutMkLst>
        </pc:sldLayoutChg>
        <pc:sldLayoutChg chg="del">
          <pc:chgData name="Agnès Drouard" userId="380734668b9b7b1b" providerId="LiveId" clId="{57AC7B86-18E1-4505-B8C5-89A0DCCB7A98}" dt="2026-06-18T11:05:32.600" v="4479" actId="47"/>
          <pc:sldLayoutMkLst>
            <pc:docMk/>
            <pc:sldMasterMk cId="0" sldId="2147483681"/>
            <pc:sldLayoutMk cId="0" sldId="2147483657"/>
          </pc:sldLayoutMkLst>
        </pc:sldLayoutChg>
        <pc:sldLayoutChg chg="addSp delSp modSp mod">
          <pc:chgData name="Agnès Drouard" userId="380734668b9b7b1b" providerId="LiveId" clId="{57AC7B86-18E1-4505-B8C5-89A0DCCB7A98}" dt="2026-06-18T08:46:52.611" v="198" actId="1076"/>
          <pc:sldLayoutMkLst>
            <pc:docMk/>
            <pc:sldMasterMk cId="0" sldId="2147483681"/>
            <pc:sldLayoutMk cId="0" sldId="2147483659"/>
          </pc:sldLayoutMkLst>
          <pc:grpChg chg="del">
            <ac:chgData name="Agnès Drouard" userId="380734668b9b7b1b" providerId="LiveId" clId="{57AC7B86-18E1-4505-B8C5-89A0DCCB7A98}" dt="2026-06-18T08:46:49.619" v="197" actId="478"/>
            <ac:grpSpMkLst>
              <pc:docMk/>
              <pc:sldMasterMk cId="0" sldId="2147483681"/>
              <pc:sldLayoutMk cId="0" sldId="2147483659"/>
              <ac:grpSpMk id="127" creationId="{00000000-0000-0000-0000-000000000000}"/>
            </ac:grpSpMkLst>
          </pc:grpChg>
          <pc:picChg chg="add mod">
            <ac:chgData name="Agnès Drouard" userId="380734668b9b7b1b" providerId="LiveId" clId="{57AC7B86-18E1-4505-B8C5-89A0DCCB7A98}" dt="2026-06-18T08:46:52.611" v="198" actId="1076"/>
            <ac:picMkLst>
              <pc:docMk/>
              <pc:sldMasterMk cId="0" sldId="2147483681"/>
              <pc:sldLayoutMk cId="0" sldId="2147483659"/>
              <ac:picMk id="3" creationId="{E40F8EBB-BCD7-C722-27AE-43ADDD62DF09}"/>
            </ac:picMkLst>
          </pc:picChg>
        </pc:sldLayoutChg>
        <pc:sldLayoutChg chg="addSp delSp modSp del mod">
          <pc:chgData name="Agnès Drouard" userId="380734668b9b7b1b" providerId="LiveId" clId="{57AC7B86-18E1-4505-B8C5-89A0DCCB7A98}" dt="2026-06-18T11:05:32.600" v="4479" actId="47"/>
          <pc:sldLayoutMkLst>
            <pc:docMk/>
            <pc:sldMasterMk cId="0" sldId="2147483681"/>
            <pc:sldLayoutMk cId="0" sldId="2147483660"/>
          </pc:sldLayoutMkLst>
          <pc:grpChg chg="del">
            <ac:chgData name="Agnès Drouard" userId="380734668b9b7b1b" providerId="LiveId" clId="{57AC7B86-18E1-4505-B8C5-89A0DCCB7A98}" dt="2026-06-18T08:48:30.413" v="238" actId="478"/>
            <ac:grpSpMkLst>
              <pc:docMk/>
              <pc:sldMasterMk cId="0" sldId="2147483681"/>
              <pc:sldLayoutMk cId="0" sldId="2147483660"/>
              <ac:grpSpMk id="152" creationId="{00000000-0000-0000-0000-000000000000}"/>
            </ac:grpSpMkLst>
          </pc:grpChg>
          <pc:picChg chg="add mod">
            <ac:chgData name="Agnès Drouard" userId="380734668b9b7b1b" providerId="LiveId" clId="{57AC7B86-18E1-4505-B8C5-89A0DCCB7A98}" dt="2026-06-18T08:48:30.783" v="239"/>
            <ac:picMkLst>
              <pc:docMk/>
              <pc:sldMasterMk cId="0" sldId="2147483681"/>
              <pc:sldLayoutMk cId="0" sldId="2147483660"/>
              <ac:picMk id="2" creationId="{FC38A0FD-8ECC-24D6-CFB4-B71AFFB67F33}"/>
            </ac:picMkLst>
          </pc:picChg>
        </pc:sldLayoutChg>
        <pc:sldLayoutChg chg="addSp delSp modSp mod">
          <pc:chgData name="Agnès Drouard" userId="380734668b9b7b1b" providerId="LiveId" clId="{57AC7B86-18E1-4505-B8C5-89A0DCCB7A98}" dt="2026-06-18T08:48:41.024" v="242" actId="1076"/>
          <pc:sldLayoutMkLst>
            <pc:docMk/>
            <pc:sldMasterMk cId="0" sldId="2147483681"/>
            <pc:sldLayoutMk cId="0" sldId="2147483661"/>
          </pc:sldLayoutMkLst>
          <pc:grpChg chg="del">
            <ac:chgData name="Agnès Drouard" userId="380734668b9b7b1b" providerId="LiveId" clId="{57AC7B86-18E1-4505-B8C5-89A0DCCB7A98}" dt="2026-06-18T08:48:37.352" v="241" actId="478"/>
            <ac:grpSpMkLst>
              <pc:docMk/>
              <pc:sldMasterMk cId="0" sldId="2147483681"/>
              <pc:sldLayoutMk cId="0" sldId="2147483661"/>
              <ac:grpSpMk id="161" creationId="{00000000-0000-0000-0000-000000000000}"/>
            </ac:grpSpMkLst>
          </pc:grpChg>
          <pc:picChg chg="add mod">
            <ac:chgData name="Agnès Drouard" userId="380734668b9b7b1b" providerId="LiveId" clId="{57AC7B86-18E1-4505-B8C5-89A0DCCB7A98}" dt="2026-06-18T08:48:41.024" v="242" actId="1076"/>
            <ac:picMkLst>
              <pc:docMk/>
              <pc:sldMasterMk cId="0" sldId="2147483681"/>
              <pc:sldLayoutMk cId="0" sldId="2147483661"/>
              <ac:picMk id="2" creationId="{32D2DFDE-E33A-53EF-EEA5-605BE6CE07D4}"/>
            </ac:picMkLst>
          </pc:picChg>
        </pc:sldLayoutChg>
        <pc:sldLayoutChg chg="addSp delSp modSp mod">
          <pc:chgData name="Agnès Drouard" userId="380734668b9b7b1b" providerId="LiveId" clId="{57AC7B86-18E1-4505-B8C5-89A0DCCB7A98}" dt="2026-06-18T08:52:33.499" v="264"/>
          <pc:sldLayoutMkLst>
            <pc:docMk/>
            <pc:sldMasterMk cId="0" sldId="2147483681"/>
            <pc:sldLayoutMk cId="0" sldId="2147483662"/>
          </pc:sldLayoutMkLst>
          <pc:spChg chg="del">
            <ac:chgData name="Agnès Drouard" userId="380734668b9b7b1b" providerId="LiveId" clId="{57AC7B86-18E1-4505-B8C5-89A0DCCB7A98}" dt="2026-06-18T08:51:58.214" v="261" actId="478"/>
            <ac:spMkLst>
              <pc:docMk/>
              <pc:sldMasterMk cId="0" sldId="2147483681"/>
              <pc:sldLayoutMk cId="0" sldId="2147483662"/>
              <ac:spMk id="176" creationId="{00000000-0000-0000-0000-000000000000}"/>
            </ac:spMkLst>
          </pc:spChg>
          <pc:grpChg chg="add del mod">
            <ac:chgData name="Agnès Drouard" userId="380734668b9b7b1b" providerId="LiveId" clId="{57AC7B86-18E1-4505-B8C5-89A0DCCB7A98}" dt="2026-06-18T08:51:59.736" v="263" actId="478"/>
            <ac:grpSpMkLst>
              <pc:docMk/>
              <pc:sldMasterMk cId="0" sldId="2147483681"/>
              <pc:sldLayoutMk cId="0" sldId="2147483662"/>
              <ac:grpSpMk id="170" creationId="{00000000-0000-0000-0000-000000000000}"/>
            </ac:grpSpMkLst>
          </pc:grpChg>
          <pc:picChg chg="add mod">
            <ac:chgData name="Agnès Drouard" userId="380734668b9b7b1b" providerId="LiveId" clId="{57AC7B86-18E1-4505-B8C5-89A0DCCB7A98}" dt="2026-06-18T08:52:33.499" v="264"/>
            <ac:picMkLst>
              <pc:docMk/>
              <pc:sldMasterMk cId="0" sldId="2147483681"/>
              <pc:sldLayoutMk cId="0" sldId="2147483662"/>
              <ac:picMk id="2" creationId="{6F2614EF-4B3C-5FEF-677E-1A133D006D64}"/>
            </ac:picMkLst>
          </pc:picChg>
        </pc:sldLayoutChg>
        <pc:sldLayoutChg chg="addSp delSp modSp del mod">
          <pc:chgData name="Agnès Drouard" userId="380734668b9b7b1b" providerId="LiveId" clId="{57AC7B86-18E1-4505-B8C5-89A0DCCB7A98}" dt="2026-06-18T11:05:32.600" v="4479" actId="47"/>
          <pc:sldLayoutMkLst>
            <pc:docMk/>
            <pc:sldMasterMk cId="0" sldId="2147483681"/>
            <pc:sldLayoutMk cId="0" sldId="2147483663"/>
          </pc:sldLayoutMkLst>
          <pc:grpChg chg="del">
            <ac:chgData name="Agnès Drouard" userId="380734668b9b7b1b" providerId="LiveId" clId="{57AC7B86-18E1-4505-B8C5-89A0DCCB7A98}" dt="2026-06-18T08:47:22.809" v="208" actId="478"/>
            <ac:grpSpMkLst>
              <pc:docMk/>
              <pc:sldMasterMk cId="0" sldId="2147483681"/>
              <pc:sldLayoutMk cId="0" sldId="2147483663"/>
              <ac:grpSpMk id="191" creationId="{00000000-0000-0000-0000-000000000000}"/>
            </ac:grpSpMkLst>
          </pc:grpChg>
          <pc:picChg chg="add mod">
            <ac:chgData name="Agnès Drouard" userId="380734668b9b7b1b" providerId="LiveId" clId="{57AC7B86-18E1-4505-B8C5-89A0DCCB7A98}" dt="2026-06-18T08:47:28.479" v="215" actId="1038"/>
            <ac:picMkLst>
              <pc:docMk/>
              <pc:sldMasterMk cId="0" sldId="2147483681"/>
              <pc:sldLayoutMk cId="0" sldId="2147483663"/>
              <ac:picMk id="2" creationId="{739656D3-83E4-A900-C848-E20283F26F4A}"/>
            </ac:picMkLst>
          </pc:picChg>
        </pc:sldLayoutChg>
        <pc:sldLayoutChg chg="del">
          <pc:chgData name="Agnès Drouard" userId="380734668b9b7b1b" providerId="LiveId" clId="{57AC7B86-18E1-4505-B8C5-89A0DCCB7A98}" dt="2026-06-18T11:05:32.600" v="4479" actId="47"/>
          <pc:sldLayoutMkLst>
            <pc:docMk/>
            <pc:sldMasterMk cId="0" sldId="2147483681"/>
            <pc:sldLayoutMk cId="0" sldId="2147483664"/>
          </pc:sldLayoutMkLst>
        </pc:sldLayoutChg>
        <pc:sldLayoutChg chg="del">
          <pc:chgData name="Agnès Drouard" userId="380734668b9b7b1b" providerId="LiveId" clId="{57AC7B86-18E1-4505-B8C5-89A0DCCB7A98}" dt="2026-06-18T11:05:32.600" v="4479" actId="47"/>
          <pc:sldLayoutMkLst>
            <pc:docMk/>
            <pc:sldMasterMk cId="0" sldId="2147483681"/>
            <pc:sldLayoutMk cId="0" sldId="2147483665"/>
          </pc:sldLayoutMkLst>
        </pc:sldLayoutChg>
        <pc:sldLayoutChg chg="del">
          <pc:chgData name="Agnès Drouard" userId="380734668b9b7b1b" providerId="LiveId" clId="{57AC7B86-18E1-4505-B8C5-89A0DCCB7A98}" dt="2026-06-18T11:05:32.600" v="4479" actId="47"/>
          <pc:sldLayoutMkLst>
            <pc:docMk/>
            <pc:sldMasterMk cId="0" sldId="2147483681"/>
            <pc:sldLayoutMk cId="0" sldId="2147483666"/>
          </pc:sldLayoutMkLst>
        </pc:sldLayoutChg>
        <pc:sldLayoutChg chg="del">
          <pc:chgData name="Agnès Drouard" userId="380734668b9b7b1b" providerId="LiveId" clId="{57AC7B86-18E1-4505-B8C5-89A0DCCB7A98}" dt="2026-06-18T11:05:32.600" v="4479" actId="47"/>
          <pc:sldLayoutMkLst>
            <pc:docMk/>
            <pc:sldMasterMk cId="0" sldId="2147483681"/>
            <pc:sldLayoutMk cId="0" sldId="2147483667"/>
          </pc:sldLayoutMkLst>
        </pc:sldLayoutChg>
        <pc:sldLayoutChg chg="del">
          <pc:chgData name="Agnès Drouard" userId="380734668b9b7b1b" providerId="LiveId" clId="{57AC7B86-18E1-4505-B8C5-89A0DCCB7A98}" dt="2026-06-18T11:05:32.600" v="4479" actId="47"/>
          <pc:sldLayoutMkLst>
            <pc:docMk/>
            <pc:sldMasterMk cId="0" sldId="2147483681"/>
            <pc:sldLayoutMk cId="0" sldId="2147483668"/>
          </pc:sldLayoutMkLst>
        </pc:sldLayoutChg>
        <pc:sldLayoutChg chg="addSp delSp modSp mod">
          <pc:chgData name="Agnès Drouard" userId="380734668b9b7b1b" providerId="LiveId" clId="{57AC7B86-18E1-4505-B8C5-89A0DCCB7A98}" dt="2026-06-18T08:47:35.442" v="217"/>
          <pc:sldLayoutMkLst>
            <pc:docMk/>
            <pc:sldMasterMk cId="0" sldId="2147483681"/>
            <pc:sldLayoutMk cId="0" sldId="2147483669"/>
          </pc:sldLayoutMkLst>
          <pc:grpChg chg="del">
            <ac:chgData name="Agnès Drouard" userId="380734668b9b7b1b" providerId="LiveId" clId="{57AC7B86-18E1-4505-B8C5-89A0DCCB7A98}" dt="2026-06-18T08:47:34.687" v="216" actId="478"/>
            <ac:grpSpMkLst>
              <pc:docMk/>
              <pc:sldMasterMk cId="0" sldId="2147483681"/>
              <pc:sldLayoutMk cId="0" sldId="2147483669"/>
              <ac:grpSpMk id="258" creationId="{00000000-0000-0000-0000-000000000000}"/>
            </ac:grpSpMkLst>
          </pc:grpChg>
          <pc:picChg chg="add mod">
            <ac:chgData name="Agnès Drouard" userId="380734668b9b7b1b" providerId="LiveId" clId="{57AC7B86-18E1-4505-B8C5-89A0DCCB7A98}" dt="2026-06-18T08:47:35.442" v="217"/>
            <ac:picMkLst>
              <pc:docMk/>
              <pc:sldMasterMk cId="0" sldId="2147483681"/>
              <pc:sldLayoutMk cId="0" sldId="2147483669"/>
              <ac:picMk id="2" creationId="{6F2E46E6-1061-09E4-02E0-0F2B5B14C0DD}"/>
            </ac:picMkLst>
          </pc:picChg>
        </pc:sldLayoutChg>
        <pc:sldLayoutChg chg="addSp delSp modSp del mod">
          <pc:chgData name="Agnès Drouard" userId="380734668b9b7b1b" providerId="LiveId" clId="{57AC7B86-18E1-4505-B8C5-89A0DCCB7A98}" dt="2026-06-18T11:05:32.600" v="4479" actId="47"/>
          <pc:sldLayoutMkLst>
            <pc:docMk/>
            <pc:sldMasterMk cId="0" sldId="2147483681"/>
            <pc:sldLayoutMk cId="0" sldId="2147483670"/>
          </pc:sldLayoutMkLst>
          <pc:grpChg chg="del">
            <ac:chgData name="Agnès Drouard" userId="380734668b9b7b1b" providerId="LiveId" clId="{57AC7B86-18E1-4505-B8C5-89A0DCCB7A98}" dt="2026-06-18T08:48:49.777" v="243" actId="478"/>
            <ac:grpSpMkLst>
              <pc:docMk/>
              <pc:sldMasterMk cId="0" sldId="2147483681"/>
              <pc:sldLayoutMk cId="0" sldId="2147483670"/>
              <ac:grpSpMk id="282" creationId="{00000000-0000-0000-0000-000000000000}"/>
            </ac:grpSpMkLst>
          </pc:grpChg>
          <pc:picChg chg="add mod">
            <ac:chgData name="Agnès Drouard" userId="380734668b9b7b1b" providerId="LiveId" clId="{57AC7B86-18E1-4505-B8C5-89A0DCCB7A98}" dt="2026-06-18T08:48:56.625" v="246" actId="1076"/>
            <ac:picMkLst>
              <pc:docMk/>
              <pc:sldMasterMk cId="0" sldId="2147483681"/>
              <pc:sldLayoutMk cId="0" sldId="2147483670"/>
              <ac:picMk id="2" creationId="{8F327B5A-F019-1FF0-795D-446779F74234}"/>
            </ac:picMkLst>
          </pc:picChg>
        </pc:sldLayoutChg>
        <pc:sldLayoutChg chg="del">
          <pc:chgData name="Agnès Drouard" userId="380734668b9b7b1b" providerId="LiveId" clId="{57AC7B86-18E1-4505-B8C5-89A0DCCB7A98}" dt="2026-06-18T11:05:32.600" v="4479" actId="47"/>
          <pc:sldLayoutMkLst>
            <pc:docMk/>
            <pc:sldMasterMk cId="0" sldId="2147483681"/>
            <pc:sldLayoutMk cId="0" sldId="2147483671"/>
          </pc:sldLayoutMkLst>
        </pc:sldLayoutChg>
        <pc:sldLayoutChg chg="addSp delSp modSp mod">
          <pc:chgData name="Agnès Drouard" userId="380734668b9b7b1b" providerId="LiveId" clId="{57AC7B86-18E1-4505-B8C5-89A0DCCB7A98}" dt="2026-06-18T08:51:22.821" v="257" actId="1076"/>
          <pc:sldLayoutMkLst>
            <pc:docMk/>
            <pc:sldMasterMk cId="0" sldId="2147483681"/>
            <pc:sldLayoutMk cId="0" sldId="2147483672"/>
          </pc:sldLayoutMkLst>
          <pc:grpChg chg="del">
            <ac:chgData name="Agnès Drouard" userId="380734668b9b7b1b" providerId="LiveId" clId="{57AC7B86-18E1-4505-B8C5-89A0DCCB7A98}" dt="2026-06-18T08:50:55.290" v="251" actId="478"/>
            <ac:grpSpMkLst>
              <pc:docMk/>
              <pc:sldMasterMk cId="0" sldId="2147483681"/>
              <pc:sldLayoutMk cId="0" sldId="2147483672"/>
              <ac:grpSpMk id="312" creationId="{00000000-0000-0000-0000-000000000000}"/>
            </ac:grpSpMkLst>
          </pc:grpChg>
          <pc:picChg chg="add mod">
            <ac:chgData name="Agnès Drouard" userId="380734668b9b7b1b" providerId="LiveId" clId="{57AC7B86-18E1-4505-B8C5-89A0DCCB7A98}" dt="2026-06-18T08:51:22.821" v="257" actId="1076"/>
            <ac:picMkLst>
              <pc:docMk/>
              <pc:sldMasterMk cId="0" sldId="2147483681"/>
              <pc:sldLayoutMk cId="0" sldId="2147483672"/>
              <ac:picMk id="3" creationId="{4BB33DB6-7093-2F2F-0878-6AC3188999B3}"/>
            </ac:picMkLst>
          </pc:picChg>
        </pc:sldLayoutChg>
        <pc:sldLayoutChg chg="addSp delSp modSp del mod">
          <pc:chgData name="Agnès Drouard" userId="380734668b9b7b1b" providerId="LiveId" clId="{57AC7B86-18E1-4505-B8C5-89A0DCCB7A98}" dt="2026-06-18T11:05:32.600" v="4479" actId="47"/>
          <pc:sldLayoutMkLst>
            <pc:docMk/>
            <pc:sldMasterMk cId="0" sldId="2147483681"/>
            <pc:sldLayoutMk cId="0" sldId="2147483673"/>
          </pc:sldLayoutMkLst>
          <pc:grpChg chg="del">
            <ac:chgData name="Agnès Drouard" userId="380734668b9b7b1b" providerId="LiveId" clId="{57AC7B86-18E1-4505-B8C5-89A0DCCB7A98}" dt="2026-06-18T08:49:02.021" v="247" actId="478"/>
            <ac:grpSpMkLst>
              <pc:docMk/>
              <pc:sldMasterMk cId="0" sldId="2147483681"/>
              <pc:sldLayoutMk cId="0" sldId="2147483673"/>
              <ac:grpSpMk id="394" creationId="{00000000-0000-0000-0000-000000000000}"/>
            </ac:grpSpMkLst>
          </pc:grpChg>
          <pc:picChg chg="add mod">
            <ac:chgData name="Agnès Drouard" userId="380734668b9b7b1b" providerId="LiveId" clId="{57AC7B86-18E1-4505-B8C5-89A0DCCB7A98}" dt="2026-06-18T08:49:05.740" v="249" actId="1076"/>
            <ac:picMkLst>
              <pc:docMk/>
              <pc:sldMasterMk cId="0" sldId="2147483681"/>
              <pc:sldLayoutMk cId="0" sldId="2147483673"/>
              <ac:picMk id="2" creationId="{4A79FD42-038E-83C0-B76A-E871E84A079A}"/>
            </ac:picMkLst>
          </pc:picChg>
        </pc:sldLayoutChg>
        <pc:sldLayoutChg chg="addSp delSp modSp del mod">
          <pc:chgData name="Agnès Drouard" userId="380734668b9b7b1b" providerId="LiveId" clId="{57AC7B86-18E1-4505-B8C5-89A0DCCB7A98}" dt="2026-06-18T11:05:32.600" v="4479" actId="47"/>
          <pc:sldLayoutMkLst>
            <pc:docMk/>
            <pc:sldMasterMk cId="0" sldId="2147483681"/>
            <pc:sldLayoutMk cId="0" sldId="2147483674"/>
          </pc:sldLayoutMkLst>
          <pc:grpChg chg="del">
            <ac:chgData name="Agnès Drouard" userId="380734668b9b7b1b" providerId="LiveId" clId="{57AC7B86-18E1-4505-B8C5-89A0DCCB7A98}" dt="2026-06-18T08:47:43.495" v="218" actId="478"/>
            <ac:grpSpMkLst>
              <pc:docMk/>
              <pc:sldMasterMk cId="0" sldId="2147483681"/>
              <pc:sldLayoutMk cId="0" sldId="2147483674"/>
              <ac:grpSpMk id="420" creationId="{00000000-0000-0000-0000-000000000000}"/>
            </ac:grpSpMkLst>
          </pc:grpChg>
          <pc:picChg chg="add mod">
            <ac:chgData name="Agnès Drouard" userId="380734668b9b7b1b" providerId="LiveId" clId="{57AC7B86-18E1-4505-B8C5-89A0DCCB7A98}" dt="2026-06-18T08:47:52.213" v="233" actId="1037"/>
            <ac:picMkLst>
              <pc:docMk/>
              <pc:sldMasterMk cId="0" sldId="2147483681"/>
              <pc:sldLayoutMk cId="0" sldId="2147483674"/>
              <ac:picMk id="2" creationId="{658D1442-12CF-155F-CF0E-D389350F2FD6}"/>
            </ac:picMkLst>
          </pc:picChg>
        </pc:sldLayoutChg>
        <pc:sldLayoutChg chg="delSp mod">
          <pc:chgData name="Agnès Drouard" userId="380734668b9b7b1b" providerId="LiveId" clId="{57AC7B86-18E1-4505-B8C5-89A0DCCB7A98}" dt="2026-06-18T10:52:08.746" v="3792" actId="478"/>
          <pc:sldLayoutMkLst>
            <pc:docMk/>
            <pc:sldMasterMk cId="0" sldId="2147483681"/>
            <pc:sldLayoutMk cId="0" sldId="2147483676"/>
          </pc:sldLayoutMkLst>
          <pc:spChg chg="del">
            <ac:chgData name="Agnès Drouard" userId="380734668b9b7b1b" providerId="LiveId" clId="{57AC7B86-18E1-4505-B8C5-89A0DCCB7A98}" dt="2026-06-18T10:52:08.746" v="3792" actId="478"/>
            <ac:spMkLst>
              <pc:docMk/>
              <pc:sldMasterMk cId="0" sldId="2147483681"/>
              <pc:sldLayoutMk cId="0" sldId="2147483676"/>
              <ac:spMk id="453" creationId="{00000000-0000-0000-0000-000000000000}"/>
            </ac:spMkLst>
          </pc:spChg>
        </pc:sldLayoutChg>
      </pc:sldMasterChg>
      <pc:sldMasterChg chg="del delSldLayout">
        <pc:chgData name="Agnès Drouard" userId="380734668b9b7b1b" providerId="LiveId" clId="{57AC7B86-18E1-4505-B8C5-89A0DCCB7A98}" dt="2026-06-18T11:05:34.889" v="4480" actId="47"/>
        <pc:sldMasterMkLst>
          <pc:docMk/>
          <pc:sldMasterMk cId="0" sldId="2147483682"/>
        </pc:sldMasterMkLst>
        <pc:sldLayoutChg chg="del">
          <pc:chgData name="Agnès Drouard" userId="380734668b9b7b1b" providerId="LiveId" clId="{57AC7B86-18E1-4505-B8C5-89A0DCCB7A98}" dt="2026-06-18T11:05:34.889" v="4480" actId="47"/>
          <pc:sldLayoutMkLst>
            <pc:docMk/>
            <pc:sldMasterMk cId="0" sldId="2147483682"/>
            <pc:sldLayoutMk cId="0" sldId="2147483679"/>
          </pc:sldLayoutMkLst>
        </pc:sldLayoutChg>
        <pc:sldLayoutChg chg="del">
          <pc:chgData name="Agnès Drouard" userId="380734668b9b7b1b" providerId="LiveId" clId="{57AC7B86-18E1-4505-B8C5-89A0DCCB7A98}" dt="2026-06-18T11:05:32.600" v="4479" actId="47"/>
          <pc:sldLayoutMkLst>
            <pc:docMk/>
            <pc:sldMasterMk cId="0" sldId="2147483682"/>
            <pc:sldLayoutMk cId="0" sldId="2147483680"/>
          </pc:sldLayoutMkLst>
        </pc:sldLayoutChg>
      </pc:sldMasterChg>
      <pc:sldMasterChg chg="modSldLayout">
        <pc:chgData name="Agnès Drouard" userId="380734668b9b7b1b" providerId="LiveId" clId="{57AC7B86-18E1-4505-B8C5-89A0DCCB7A98}" dt="2026-06-18T08:50:55.697" v="252"/>
        <pc:sldMasterMkLst>
          <pc:docMk/>
          <pc:sldMasterMk cId="1570193925" sldId="2147483683"/>
        </pc:sldMasterMkLst>
        <pc:sldLayoutChg chg="setBg">
          <pc:chgData name="Agnès Drouard" userId="380734668b9b7b1b" providerId="LiveId" clId="{57AC7B86-18E1-4505-B8C5-89A0DCCB7A98}" dt="2026-06-18T08:50:55.697" v="252"/>
          <pc:sldLayoutMkLst>
            <pc:docMk/>
            <pc:sldMasterMk cId="1570193925" sldId="2147483683"/>
            <pc:sldLayoutMk cId="3907923501" sldId="2147483694"/>
          </pc:sldLayoutMkLst>
        </pc:sldLayoutChg>
      </pc:sldMasterChg>
      <pc:sldMasterChg chg="modSldLayout">
        <pc:chgData name="Agnès Drouard" userId="380734668b9b7b1b" providerId="LiveId" clId="{57AC7B86-18E1-4505-B8C5-89A0DCCB7A98}" dt="2026-06-18T08:51:48.394" v="259"/>
        <pc:sldMasterMkLst>
          <pc:docMk/>
          <pc:sldMasterMk cId="3550643729" sldId="2147483683"/>
        </pc:sldMasterMkLst>
        <pc:sldLayoutChg chg="setBg">
          <pc:chgData name="Agnès Drouard" userId="380734668b9b7b1b" providerId="LiveId" clId="{57AC7B86-18E1-4505-B8C5-89A0DCCB7A98}" dt="2026-06-18T08:51:48.394" v="259"/>
          <pc:sldLayoutMkLst>
            <pc:docMk/>
            <pc:sldMasterMk cId="3550643729" sldId="2147483683"/>
            <pc:sldLayoutMk cId="3086881863" sldId="2147483694"/>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9"/>
        <p:cNvGrpSpPr/>
        <p:nvPr/>
      </p:nvGrpSpPr>
      <p:grpSpPr>
        <a:xfrm>
          <a:off x="0" y="0"/>
          <a:ext cx="0" cy="0"/>
          <a:chOff x="0" y="0"/>
          <a:chExt cx="0" cy="0"/>
        </a:xfrm>
      </p:grpSpPr>
      <p:sp>
        <p:nvSpPr>
          <p:cNvPr id="540" name="Google Shape;540;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1" name="Google Shape;541;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1">
          <a:extLst>
            <a:ext uri="{FF2B5EF4-FFF2-40B4-BE49-F238E27FC236}">
              <a16:creationId xmlns:a16="http://schemas.microsoft.com/office/drawing/2014/main" id="{D6DFB28D-44F2-383E-0495-EEF927D19186}"/>
            </a:ext>
          </a:extLst>
        </p:cNvPr>
        <p:cNvGrpSpPr/>
        <p:nvPr/>
      </p:nvGrpSpPr>
      <p:grpSpPr>
        <a:xfrm>
          <a:off x="0" y="0"/>
          <a:ext cx="0" cy="0"/>
          <a:chOff x="0" y="0"/>
          <a:chExt cx="0" cy="0"/>
        </a:xfrm>
      </p:grpSpPr>
      <p:sp>
        <p:nvSpPr>
          <p:cNvPr id="1052" name="Google Shape;1052;gd431007ba2_0_215:notes">
            <a:extLst>
              <a:ext uri="{FF2B5EF4-FFF2-40B4-BE49-F238E27FC236}">
                <a16:creationId xmlns:a16="http://schemas.microsoft.com/office/drawing/2014/main" id="{0BBF66B5-AA0E-FDDF-C95D-351F7547D7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3" name="Google Shape;1053;gd431007ba2_0_215:notes">
            <a:extLst>
              <a:ext uri="{FF2B5EF4-FFF2-40B4-BE49-F238E27FC236}">
                <a16:creationId xmlns:a16="http://schemas.microsoft.com/office/drawing/2014/main" id="{AFE76A4A-4563-2C0C-4E82-F027458CA2A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25248725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0">
          <a:extLst>
            <a:ext uri="{FF2B5EF4-FFF2-40B4-BE49-F238E27FC236}">
              <a16:creationId xmlns:a16="http://schemas.microsoft.com/office/drawing/2014/main" id="{E1AD2F9A-73BF-191A-5F33-F5C5EBA6BCD1}"/>
            </a:ext>
          </a:extLst>
        </p:cNvPr>
        <p:cNvGrpSpPr/>
        <p:nvPr/>
      </p:nvGrpSpPr>
      <p:grpSpPr>
        <a:xfrm>
          <a:off x="0" y="0"/>
          <a:ext cx="0" cy="0"/>
          <a:chOff x="0" y="0"/>
          <a:chExt cx="0" cy="0"/>
        </a:xfrm>
      </p:grpSpPr>
      <p:sp>
        <p:nvSpPr>
          <p:cNvPr id="1311" name="Google Shape;1311;g54dda1946d_6_344:notes">
            <a:extLst>
              <a:ext uri="{FF2B5EF4-FFF2-40B4-BE49-F238E27FC236}">
                <a16:creationId xmlns:a16="http://schemas.microsoft.com/office/drawing/2014/main" id="{66C28404-295F-83CC-FD18-66BB3CE375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2" name="Google Shape;1312;g54dda1946d_6_344:notes">
            <a:extLst>
              <a:ext uri="{FF2B5EF4-FFF2-40B4-BE49-F238E27FC236}">
                <a16:creationId xmlns:a16="http://schemas.microsoft.com/office/drawing/2014/main" id="{B1FB52FD-7799-CB7E-9D54-0E738FFF421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047440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0">
          <a:extLst>
            <a:ext uri="{FF2B5EF4-FFF2-40B4-BE49-F238E27FC236}">
              <a16:creationId xmlns:a16="http://schemas.microsoft.com/office/drawing/2014/main" id="{FE70A41E-0F37-A856-B165-44EFA14E3CFD}"/>
            </a:ext>
          </a:extLst>
        </p:cNvPr>
        <p:cNvGrpSpPr/>
        <p:nvPr/>
      </p:nvGrpSpPr>
      <p:grpSpPr>
        <a:xfrm>
          <a:off x="0" y="0"/>
          <a:ext cx="0" cy="0"/>
          <a:chOff x="0" y="0"/>
          <a:chExt cx="0" cy="0"/>
        </a:xfrm>
      </p:grpSpPr>
      <p:sp>
        <p:nvSpPr>
          <p:cNvPr id="1991" name="Google Shape;1991;gd5260bdd85_0_114:notes">
            <a:extLst>
              <a:ext uri="{FF2B5EF4-FFF2-40B4-BE49-F238E27FC236}">
                <a16:creationId xmlns:a16="http://schemas.microsoft.com/office/drawing/2014/main" id="{E3C47F88-2177-54CD-7EC2-A985C76368A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2" name="Google Shape;1992;gd5260bdd85_0_114:notes">
            <a:extLst>
              <a:ext uri="{FF2B5EF4-FFF2-40B4-BE49-F238E27FC236}">
                <a16:creationId xmlns:a16="http://schemas.microsoft.com/office/drawing/2014/main" id="{B7909956-3C6E-F6D7-6346-A4C3A5B1615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FontTx/>
              <a:buChar char="-"/>
            </a:pPr>
            <a:r>
              <a:rPr lang="fr-FR" dirty="0"/>
              <a:t>Score de stabilité politique : score mesurant les risques de survenue d’actes de violence (Banque Mondiale)</a:t>
            </a:r>
          </a:p>
          <a:p>
            <a:pPr marL="171450" lvl="0" indent="-171450" algn="l" rtl="0">
              <a:spcBef>
                <a:spcPts val="0"/>
              </a:spcBef>
              <a:spcAft>
                <a:spcPts val="0"/>
              </a:spcAft>
              <a:buFontTx/>
              <a:buChar char="-"/>
            </a:pPr>
            <a:r>
              <a:rPr lang="fr-FR" dirty="0"/>
              <a:t>Consommation de viande de volaille (FAO)</a:t>
            </a:r>
          </a:p>
          <a:p>
            <a:pPr marL="171450" lvl="0" indent="-171450" algn="l" rtl="0">
              <a:spcBef>
                <a:spcPts val="0"/>
              </a:spcBef>
              <a:spcAft>
                <a:spcPts val="0"/>
              </a:spcAft>
              <a:buFontTx/>
              <a:buChar char="-"/>
            </a:pPr>
            <a:r>
              <a:rPr lang="fr-FR" dirty="0"/>
              <a:t>Taux d’exportation : calculé =&gt; quantité d’exportation / quantité disponible au total dans le pays (pour la viande volaille) (FAO)</a:t>
            </a:r>
          </a:p>
          <a:p>
            <a:pPr marL="171450" marR="0" lvl="0" indent="-171450" algn="l" defTabSz="914400" rtl="0" eaLnBrk="1" fontAlgn="auto" latinLnBrk="0" hangingPunct="1">
              <a:lnSpc>
                <a:spcPct val="100000"/>
              </a:lnSpc>
              <a:spcBef>
                <a:spcPts val="0"/>
              </a:spcBef>
              <a:spcAft>
                <a:spcPts val="0"/>
              </a:spcAft>
              <a:buClr>
                <a:srgbClr val="000000"/>
              </a:buClr>
              <a:buSzPts val="1100"/>
              <a:buFontTx/>
              <a:buChar char="-"/>
              <a:tabLst/>
              <a:defRPr/>
            </a:pPr>
            <a:r>
              <a:rPr lang="fr-FR" dirty="0"/>
              <a:t>Taux de dépendance à l’importation : calculé =&gt; quantité d’importation / quantité disponible au total dans le pays (pour la viande volaille) (FAO)</a:t>
            </a:r>
          </a:p>
        </p:txBody>
      </p:sp>
    </p:spTree>
    <p:extLst>
      <p:ext uri="{BB962C8B-B14F-4D97-AF65-F5344CB8AC3E}">
        <p14:creationId xmlns:p14="http://schemas.microsoft.com/office/powerpoint/2010/main" val="14865761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0">
          <a:extLst>
            <a:ext uri="{FF2B5EF4-FFF2-40B4-BE49-F238E27FC236}">
              <a16:creationId xmlns:a16="http://schemas.microsoft.com/office/drawing/2014/main" id="{C1111093-5D68-46F9-764F-E8A631107941}"/>
            </a:ext>
          </a:extLst>
        </p:cNvPr>
        <p:cNvGrpSpPr/>
        <p:nvPr/>
      </p:nvGrpSpPr>
      <p:grpSpPr>
        <a:xfrm>
          <a:off x="0" y="0"/>
          <a:ext cx="0" cy="0"/>
          <a:chOff x="0" y="0"/>
          <a:chExt cx="0" cy="0"/>
        </a:xfrm>
      </p:grpSpPr>
      <p:sp>
        <p:nvSpPr>
          <p:cNvPr id="1991" name="Google Shape;1991;gd5260bdd85_0_114:notes">
            <a:extLst>
              <a:ext uri="{FF2B5EF4-FFF2-40B4-BE49-F238E27FC236}">
                <a16:creationId xmlns:a16="http://schemas.microsoft.com/office/drawing/2014/main" id="{96DE5A74-9D0D-236D-216E-2941145C261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2" name="Google Shape;1992;gd5260bdd85_0_114:notes">
            <a:extLst>
              <a:ext uri="{FF2B5EF4-FFF2-40B4-BE49-F238E27FC236}">
                <a16:creationId xmlns:a16="http://schemas.microsoft.com/office/drawing/2014/main" id="{4F721B0F-43BA-32C4-57C4-2C21CD121D3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FontTx/>
              <a:buChar char="-"/>
            </a:pPr>
            <a:r>
              <a:rPr lang="fr-FR" dirty="0"/>
              <a:t>Nombre d’habitants (FAO)</a:t>
            </a:r>
          </a:p>
          <a:p>
            <a:pPr marL="171450" lvl="0" indent="-171450" algn="l" rtl="0">
              <a:spcBef>
                <a:spcPts val="0"/>
              </a:spcBef>
              <a:spcAft>
                <a:spcPts val="0"/>
              </a:spcAft>
              <a:buFontTx/>
              <a:buChar char="-"/>
            </a:pPr>
            <a:r>
              <a:rPr lang="fr-FR" dirty="0"/>
              <a:t>PIB par habitant : infos sur les revenus dans le pays (Banque mondiale)</a:t>
            </a:r>
          </a:p>
          <a:p>
            <a:pPr marL="171450" lvl="0" indent="-171450" algn="l" rtl="0">
              <a:spcBef>
                <a:spcPts val="0"/>
              </a:spcBef>
              <a:spcAft>
                <a:spcPts val="0"/>
              </a:spcAft>
              <a:buFontTx/>
              <a:buChar char="-"/>
            </a:pPr>
            <a:r>
              <a:rPr lang="fr-FR" dirty="0"/>
              <a:t>Indice de performance logistique : score entre 1 et 5 qui donne des infos sur l’efficacité des chaînes d’approvisionnement entre les entreprises et le marché (Banque Mondiale)</a:t>
            </a:r>
          </a:p>
          <a:p>
            <a:pPr marL="171450" lvl="0" indent="-171450" algn="l" rtl="0">
              <a:spcBef>
                <a:spcPts val="0"/>
              </a:spcBef>
              <a:spcAft>
                <a:spcPts val="0"/>
              </a:spcAft>
              <a:buFontTx/>
              <a:buChar char="-"/>
            </a:pPr>
            <a:r>
              <a:rPr lang="fr-FR" dirty="0"/>
              <a:t>Distance avec la France : Calculé</a:t>
            </a:r>
          </a:p>
          <a:p>
            <a:pPr marL="171450" lvl="0" indent="-171450" algn="l" rtl="0">
              <a:spcBef>
                <a:spcPts val="0"/>
              </a:spcBef>
              <a:spcAft>
                <a:spcPts val="0"/>
              </a:spcAft>
              <a:buFontTx/>
              <a:buChar char="-"/>
            </a:pPr>
            <a:r>
              <a:rPr lang="fr-FR" dirty="0"/>
              <a:t>Climat des affaires (</a:t>
            </a:r>
            <a:r>
              <a:rPr lang="fr-FR" dirty="0" err="1"/>
              <a:t>ease</a:t>
            </a:r>
            <a:r>
              <a:rPr lang="fr-FR" dirty="0"/>
              <a:t> of </a:t>
            </a:r>
            <a:r>
              <a:rPr lang="fr-FR" dirty="0" err="1"/>
              <a:t>doing</a:t>
            </a:r>
            <a:r>
              <a:rPr lang="fr-FR" dirty="0"/>
              <a:t> business) : score sur 100 qui évalue si l’environnement réglementaire d’un pays est propice au business (Banque Mondiale)</a:t>
            </a:r>
          </a:p>
          <a:p>
            <a:pPr marL="0" lvl="0" indent="0" algn="l" rtl="0">
              <a:spcBef>
                <a:spcPts val="0"/>
              </a:spcBef>
              <a:spcAft>
                <a:spcPts val="0"/>
              </a:spcAft>
              <a:buNone/>
            </a:pPr>
            <a:endParaRPr lang="fr-FR" dirty="0"/>
          </a:p>
          <a:p>
            <a:pPr marL="0" lvl="0" indent="0" algn="l" rtl="0">
              <a:spcBef>
                <a:spcPts val="0"/>
              </a:spcBef>
              <a:spcAft>
                <a:spcPts val="0"/>
              </a:spcAft>
              <a:buNone/>
            </a:pPr>
            <a:r>
              <a:rPr lang="fr-FR" dirty="0"/>
              <a:t>Choisi d’étudier tous ces critères sur l’année 2017 car année pour laquelle on avait des infos pour tous et un nombre de pays maximum</a:t>
            </a:r>
            <a:endParaRPr dirty="0"/>
          </a:p>
        </p:txBody>
      </p:sp>
    </p:spTree>
    <p:extLst>
      <p:ext uri="{BB962C8B-B14F-4D97-AF65-F5344CB8AC3E}">
        <p14:creationId xmlns:p14="http://schemas.microsoft.com/office/powerpoint/2010/main" val="8893135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0">
          <a:extLst>
            <a:ext uri="{FF2B5EF4-FFF2-40B4-BE49-F238E27FC236}">
              <a16:creationId xmlns:a16="http://schemas.microsoft.com/office/drawing/2014/main" id="{EB9FFDDD-1680-2AEC-FD4A-782422CF1163}"/>
            </a:ext>
          </a:extLst>
        </p:cNvPr>
        <p:cNvGrpSpPr/>
        <p:nvPr/>
      </p:nvGrpSpPr>
      <p:grpSpPr>
        <a:xfrm>
          <a:off x="0" y="0"/>
          <a:ext cx="0" cy="0"/>
          <a:chOff x="0" y="0"/>
          <a:chExt cx="0" cy="0"/>
        </a:xfrm>
      </p:grpSpPr>
      <p:sp>
        <p:nvSpPr>
          <p:cNvPr id="1671" name="Google Shape;1671;g54dda1946d_4_2730:notes">
            <a:extLst>
              <a:ext uri="{FF2B5EF4-FFF2-40B4-BE49-F238E27FC236}">
                <a16:creationId xmlns:a16="http://schemas.microsoft.com/office/drawing/2014/main" id="{E136FDB3-68CD-774F-6E42-905EA0F357A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2" name="Google Shape;1672;g54dda1946d_4_2730:notes">
            <a:extLst>
              <a:ext uri="{FF2B5EF4-FFF2-40B4-BE49-F238E27FC236}">
                <a16:creationId xmlns:a16="http://schemas.microsoft.com/office/drawing/2014/main" id="{F1AA6018-00C2-804D-A5A9-6E70FE3044C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534456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4">
          <a:extLst>
            <a:ext uri="{FF2B5EF4-FFF2-40B4-BE49-F238E27FC236}">
              <a16:creationId xmlns:a16="http://schemas.microsoft.com/office/drawing/2014/main" id="{3F8A3E35-0342-68C6-AC18-1B4934D2FF5C}"/>
            </a:ext>
          </a:extLst>
        </p:cNvPr>
        <p:cNvGrpSpPr/>
        <p:nvPr/>
      </p:nvGrpSpPr>
      <p:grpSpPr>
        <a:xfrm>
          <a:off x="0" y="0"/>
          <a:ext cx="0" cy="0"/>
          <a:chOff x="0" y="0"/>
          <a:chExt cx="0" cy="0"/>
        </a:xfrm>
      </p:grpSpPr>
      <p:sp>
        <p:nvSpPr>
          <p:cNvPr id="2015" name="Google Shape;2015;g2594d972190_0_9:notes">
            <a:extLst>
              <a:ext uri="{FF2B5EF4-FFF2-40B4-BE49-F238E27FC236}">
                <a16:creationId xmlns:a16="http://schemas.microsoft.com/office/drawing/2014/main" id="{7CC13E76-C37D-778C-2F42-EF5FB5FE035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6" name="Google Shape;2016;g2594d972190_0_9:notes">
            <a:extLst>
              <a:ext uri="{FF2B5EF4-FFF2-40B4-BE49-F238E27FC236}">
                <a16:creationId xmlns:a16="http://schemas.microsoft.com/office/drawing/2014/main" id="{80D95B45-6C7D-7BA8-E691-599442908EF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4 composantes captent environ 80% de la variance</a:t>
            </a:r>
            <a:br>
              <a:rPr lang="fr-FR" dirty="0"/>
            </a:br>
            <a:r>
              <a:rPr lang="fr-FR" dirty="0"/>
              <a:t>confirmation avec la méthode de Kaiser</a:t>
            </a:r>
            <a:endParaRPr dirty="0"/>
          </a:p>
        </p:txBody>
      </p:sp>
    </p:spTree>
    <p:extLst>
      <p:ext uri="{BB962C8B-B14F-4D97-AF65-F5344CB8AC3E}">
        <p14:creationId xmlns:p14="http://schemas.microsoft.com/office/powerpoint/2010/main" val="2168393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4">
          <a:extLst>
            <a:ext uri="{FF2B5EF4-FFF2-40B4-BE49-F238E27FC236}">
              <a16:creationId xmlns:a16="http://schemas.microsoft.com/office/drawing/2014/main" id="{D582F7CA-886E-EC89-C21D-B95117E61FC7}"/>
            </a:ext>
          </a:extLst>
        </p:cNvPr>
        <p:cNvGrpSpPr/>
        <p:nvPr/>
      </p:nvGrpSpPr>
      <p:grpSpPr>
        <a:xfrm>
          <a:off x="0" y="0"/>
          <a:ext cx="0" cy="0"/>
          <a:chOff x="0" y="0"/>
          <a:chExt cx="0" cy="0"/>
        </a:xfrm>
      </p:grpSpPr>
      <p:sp>
        <p:nvSpPr>
          <p:cNvPr id="2015" name="Google Shape;2015;g2594d972190_0_9:notes">
            <a:extLst>
              <a:ext uri="{FF2B5EF4-FFF2-40B4-BE49-F238E27FC236}">
                <a16:creationId xmlns:a16="http://schemas.microsoft.com/office/drawing/2014/main" id="{D1DAACBA-1E07-2EC0-303F-34FF00F09FE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6" name="Google Shape;2016;g2594d972190_0_9:notes">
            <a:extLst>
              <a:ext uri="{FF2B5EF4-FFF2-40B4-BE49-F238E27FC236}">
                <a16:creationId xmlns:a16="http://schemas.microsoft.com/office/drawing/2014/main" id="{1B4C2610-E85F-D883-B389-5D4C8EB9C80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fr-FR" sz="1100" b="0" i="0" u="none" strike="noStrike" cap="none" dirty="0">
                <a:solidFill>
                  <a:srgbClr val="000000"/>
                </a:solidFill>
                <a:effectLst/>
                <a:latin typeface="Arial"/>
                <a:ea typeface="Arial"/>
                <a:cs typeface="Arial"/>
                <a:sym typeface="Arial"/>
              </a:rPr>
              <a:t>Les variables les plus corrélées à F1 sont :</a:t>
            </a:r>
          </a:p>
          <a:p>
            <a:r>
              <a:rPr lang="fr-FR" sz="1100" b="0" i="0" u="none" strike="noStrike" cap="none" dirty="0">
                <a:solidFill>
                  <a:srgbClr val="000000"/>
                </a:solidFill>
                <a:effectLst/>
                <a:latin typeface="Arial"/>
                <a:ea typeface="Arial"/>
                <a:cs typeface="Arial"/>
                <a:sym typeface="Arial"/>
              </a:rPr>
              <a:t>Score de stabilité politique</a:t>
            </a:r>
          </a:p>
          <a:p>
            <a:r>
              <a:rPr lang="fr-FR" sz="1100" b="0" i="0" u="none" strike="noStrike" cap="none" dirty="0">
                <a:solidFill>
                  <a:srgbClr val="000000"/>
                </a:solidFill>
                <a:effectLst/>
                <a:latin typeface="Arial"/>
                <a:ea typeface="Arial"/>
                <a:cs typeface="Arial"/>
                <a:sym typeface="Arial"/>
              </a:rPr>
              <a:t>PIB par habitant</a:t>
            </a:r>
          </a:p>
          <a:p>
            <a:r>
              <a:rPr lang="fr-FR" sz="1100" b="0" i="0" u="none" strike="noStrike" cap="none" dirty="0">
                <a:solidFill>
                  <a:srgbClr val="000000"/>
                </a:solidFill>
                <a:effectLst/>
                <a:latin typeface="Arial"/>
                <a:ea typeface="Arial"/>
                <a:cs typeface="Arial"/>
                <a:sym typeface="Arial"/>
              </a:rPr>
              <a:t>Indice de performance logistique</a:t>
            </a:r>
          </a:p>
          <a:p>
            <a:r>
              <a:rPr lang="fr-FR" sz="1100" b="0" i="0" u="none" strike="noStrike" cap="none" dirty="0">
                <a:solidFill>
                  <a:srgbClr val="000000"/>
                </a:solidFill>
                <a:effectLst/>
                <a:latin typeface="Arial"/>
                <a:ea typeface="Arial"/>
                <a:cs typeface="Arial"/>
                <a:sym typeface="Arial"/>
              </a:rPr>
              <a:t>Climat des affaires</a:t>
            </a:r>
          </a:p>
          <a:p>
            <a:pPr marL="158750" indent="0">
              <a:buNone/>
            </a:pPr>
            <a:endParaRPr lang="fr-FR" sz="1100" b="0" i="0" u="none" strike="noStrike" cap="none" dirty="0">
              <a:solidFill>
                <a:srgbClr val="000000"/>
              </a:solidFill>
              <a:effectLst/>
              <a:latin typeface="Arial"/>
              <a:ea typeface="Arial"/>
              <a:cs typeface="Arial"/>
              <a:sym typeface="Arial"/>
            </a:endParaRPr>
          </a:p>
          <a:p>
            <a:pPr marL="158750" indent="0">
              <a:buNone/>
            </a:pPr>
            <a:r>
              <a:rPr lang="fr-FR" sz="1100" b="0" i="0" u="none" strike="noStrike" cap="none" dirty="0">
                <a:solidFill>
                  <a:srgbClr val="000000"/>
                </a:solidFill>
                <a:effectLst/>
                <a:latin typeface="Arial"/>
                <a:ea typeface="Arial"/>
                <a:cs typeface="Arial"/>
                <a:sym typeface="Arial"/>
              </a:rPr>
              <a:t>Les variables les plus corrélées à F2 sont :</a:t>
            </a:r>
          </a:p>
          <a:p>
            <a:r>
              <a:rPr lang="fr-FR" sz="1100" b="0" i="0" u="none" strike="noStrike" cap="none" dirty="0">
                <a:solidFill>
                  <a:srgbClr val="000000"/>
                </a:solidFill>
                <a:effectLst/>
                <a:latin typeface="Arial"/>
                <a:ea typeface="Arial"/>
                <a:cs typeface="Arial"/>
                <a:sym typeface="Arial"/>
              </a:rPr>
              <a:t>Taux de dépendance aux importations</a:t>
            </a:r>
          </a:p>
          <a:p>
            <a:r>
              <a:rPr lang="fr-FR" sz="1100" b="0" i="0" u="none" strike="noStrike" cap="none" dirty="0">
                <a:solidFill>
                  <a:srgbClr val="000000"/>
                </a:solidFill>
                <a:effectLst/>
                <a:latin typeface="Arial"/>
                <a:ea typeface="Arial"/>
                <a:cs typeface="Arial"/>
                <a:sym typeface="Arial"/>
              </a:rPr>
              <a:t>Taux d'exportation</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33884151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4">
          <a:extLst>
            <a:ext uri="{FF2B5EF4-FFF2-40B4-BE49-F238E27FC236}">
              <a16:creationId xmlns:a16="http://schemas.microsoft.com/office/drawing/2014/main" id="{1073FD46-2FC5-FFA3-A9C4-F3F8320BBC68}"/>
            </a:ext>
          </a:extLst>
        </p:cNvPr>
        <p:cNvGrpSpPr/>
        <p:nvPr/>
      </p:nvGrpSpPr>
      <p:grpSpPr>
        <a:xfrm>
          <a:off x="0" y="0"/>
          <a:ext cx="0" cy="0"/>
          <a:chOff x="0" y="0"/>
          <a:chExt cx="0" cy="0"/>
        </a:xfrm>
      </p:grpSpPr>
      <p:sp>
        <p:nvSpPr>
          <p:cNvPr id="2015" name="Google Shape;2015;g2594d972190_0_9:notes">
            <a:extLst>
              <a:ext uri="{FF2B5EF4-FFF2-40B4-BE49-F238E27FC236}">
                <a16:creationId xmlns:a16="http://schemas.microsoft.com/office/drawing/2014/main" id="{013AEBB9-633E-0D06-9402-23F4A9DAF2F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6" name="Google Shape;2016;g2594d972190_0_9:notes">
            <a:extLst>
              <a:ext uri="{FF2B5EF4-FFF2-40B4-BE49-F238E27FC236}">
                <a16:creationId xmlns:a16="http://schemas.microsoft.com/office/drawing/2014/main" id="{180E00FF-5662-AE8F-2227-8E68D03C297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fr-FR" sz="1100" b="0" i="0" u="none" strike="noStrike" cap="none" dirty="0">
                <a:solidFill>
                  <a:srgbClr val="000000"/>
                </a:solidFill>
                <a:effectLst/>
                <a:latin typeface="Arial"/>
                <a:ea typeface="Arial"/>
                <a:cs typeface="Arial"/>
                <a:sym typeface="Arial"/>
              </a:rPr>
              <a:t>Les variables les plus corrélées à F3 sont :</a:t>
            </a:r>
          </a:p>
          <a:p>
            <a:r>
              <a:rPr lang="fr-FR" sz="1100" b="0" i="0" u="none" strike="noStrike" cap="none" dirty="0">
                <a:solidFill>
                  <a:srgbClr val="000000"/>
                </a:solidFill>
                <a:effectLst/>
                <a:latin typeface="Arial"/>
                <a:ea typeface="Arial"/>
                <a:cs typeface="Arial"/>
                <a:sym typeface="Arial"/>
              </a:rPr>
              <a:t>Nombre d'habitants</a:t>
            </a:r>
          </a:p>
          <a:p>
            <a:r>
              <a:rPr lang="fr-FR" sz="1100" b="0" i="0" u="none" strike="noStrike" cap="none" dirty="0">
                <a:solidFill>
                  <a:srgbClr val="000000"/>
                </a:solidFill>
                <a:effectLst/>
                <a:latin typeface="Arial"/>
                <a:ea typeface="Arial"/>
                <a:cs typeface="Arial"/>
                <a:sym typeface="Arial"/>
              </a:rPr>
              <a:t>Consommation de viande de volailles</a:t>
            </a:r>
          </a:p>
          <a:p>
            <a:pPr marL="158750" indent="0">
              <a:buNone/>
            </a:pPr>
            <a:endParaRPr lang="fr-FR" sz="1100" b="0" i="0" u="none" strike="noStrike" cap="none" dirty="0">
              <a:solidFill>
                <a:srgbClr val="000000"/>
              </a:solidFill>
              <a:effectLst/>
              <a:latin typeface="Arial"/>
              <a:ea typeface="Arial"/>
              <a:cs typeface="Arial"/>
              <a:sym typeface="Arial"/>
            </a:endParaRPr>
          </a:p>
          <a:p>
            <a:pPr marL="158750" indent="0">
              <a:buNone/>
            </a:pPr>
            <a:r>
              <a:rPr lang="fr-FR" sz="1100" b="0" i="0" u="none" strike="noStrike" cap="none" dirty="0">
                <a:solidFill>
                  <a:srgbClr val="000000"/>
                </a:solidFill>
                <a:effectLst/>
                <a:latin typeface="Arial"/>
                <a:ea typeface="Arial"/>
                <a:cs typeface="Arial"/>
                <a:sym typeface="Arial"/>
              </a:rPr>
              <a:t>Les variables les plus corrélées à F4 sont :</a:t>
            </a:r>
          </a:p>
          <a:p>
            <a:r>
              <a:rPr lang="fr-FR" sz="1100" b="0" i="0" u="none" strike="noStrike" cap="none" dirty="0">
                <a:solidFill>
                  <a:srgbClr val="000000"/>
                </a:solidFill>
                <a:effectLst/>
                <a:latin typeface="Arial"/>
                <a:ea typeface="Arial"/>
                <a:cs typeface="Arial"/>
                <a:sym typeface="Arial"/>
              </a:rPr>
              <a:t>Distance avec la France</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15300786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4">
          <a:extLst>
            <a:ext uri="{FF2B5EF4-FFF2-40B4-BE49-F238E27FC236}">
              <a16:creationId xmlns:a16="http://schemas.microsoft.com/office/drawing/2014/main" id="{F6861323-A7D5-4AE4-B077-905B55CCA1FA}"/>
            </a:ext>
          </a:extLst>
        </p:cNvPr>
        <p:cNvGrpSpPr/>
        <p:nvPr/>
      </p:nvGrpSpPr>
      <p:grpSpPr>
        <a:xfrm>
          <a:off x="0" y="0"/>
          <a:ext cx="0" cy="0"/>
          <a:chOff x="0" y="0"/>
          <a:chExt cx="0" cy="0"/>
        </a:xfrm>
      </p:grpSpPr>
      <p:sp>
        <p:nvSpPr>
          <p:cNvPr id="2015" name="Google Shape;2015;g2594d972190_0_9:notes">
            <a:extLst>
              <a:ext uri="{FF2B5EF4-FFF2-40B4-BE49-F238E27FC236}">
                <a16:creationId xmlns:a16="http://schemas.microsoft.com/office/drawing/2014/main" id="{2CDC4D8F-3C7F-C217-A984-D922A10C699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6" name="Google Shape;2016;g2594d972190_0_9:notes">
            <a:extLst>
              <a:ext uri="{FF2B5EF4-FFF2-40B4-BE49-F238E27FC236}">
                <a16:creationId xmlns:a16="http://schemas.microsoft.com/office/drawing/2014/main" id="{03F23A59-E9D1-0CBC-9916-0731822BE8D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115539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4">
          <a:extLst>
            <a:ext uri="{FF2B5EF4-FFF2-40B4-BE49-F238E27FC236}">
              <a16:creationId xmlns:a16="http://schemas.microsoft.com/office/drawing/2014/main" id="{33DCFB25-B13F-D6CE-E2CE-F8E30D42E86E}"/>
            </a:ext>
          </a:extLst>
        </p:cNvPr>
        <p:cNvGrpSpPr/>
        <p:nvPr/>
      </p:nvGrpSpPr>
      <p:grpSpPr>
        <a:xfrm>
          <a:off x="0" y="0"/>
          <a:ext cx="0" cy="0"/>
          <a:chOff x="0" y="0"/>
          <a:chExt cx="0" cy="0"/>
        </a:xfrm>
      </p:grpSpPr>
      <p:sp>
        <p:nvSpPr>
          <p:cNvPr id="2015" name="Google Shape;2015;g2594d972190_0_9:notes">
            <a:extLst>
              <a:ext uri="{FF2B5EF4-FFF2-40B4-BE49-F238E27FC236}">
                <a16:creationId xmlns:a16="http://schemas.microsoft.com/office/drawing/2014/main" id="{89943639-F991-440B-DCB7-372DE595320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6" name="Google Shape;2016;g2594d972190_0_9:notes">
            <a:extLst>
              <a:ext uri="{FF2B5EF4-FFF2-40B4-BE49-F238E27FC236}">
                <a16:creationId xmlns:a16="http://schemas.microsoft.com/office/drawing/2014/main" id="{7DD8B1CF-5302-D67B-5513-33F157659B3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657684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7">
          <a:extLst>
            <a:ext uri="{FF2B5EF4-FFF2-40B4-BE49-F238E27FC236}">
              <a16:creationId xmlns:a16="http://schemas.microsoft.com/office/drawing/2014/main" id="{B3D94C57-001A-8D7E-4417-42098EE277D2}"/>
            </a:ext>
          </a:extLst>
        </p:cNvPr>
        <p:cNvGrpSpPr/>
        <p:nvPr/>
      </p:nvGrpSpPr>
      <p:grpSpPr>
        <a:xfrm>
          <a:off x="0" y="0"/>
          <a:ext cx="0" cy="0"/>
          <a:chOff x="0" y="0"/>
          <a:chExt cx="0" cy="0"/>
        </a:xfrm>
      </p:grpSpPr>
      <p:sp>
        <p:nvSpPr>
          <p:cNvPr id="1288" name="Google Shape;1288;g54dda1946d_6_332:notes">
            <a:extLst>
              <a:ext uri="{FF2B5EF4-FFF2-40B4-BE49-F238E27FC236}">
                <a16:creationId xmlns:a16="http://schemas.microsoft.com/office/drawing/2014/main" id="{B56A2B6C-0861-0E78-C08E-CB090E36913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9" name="Google Shape;1289;g54dda1946d_6_332:notes">
            <a:extLst>
              <a:ext uri="{FF2B5EF4-FFF2-40B4-BE49-F238E27FC236}">
                <a16:creationId xmlns:a16="http://schemas.microsoft.com/office/drawing/2014/main" id="{FD968F22-D902-0362-9D95-B7CBCAC645F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11529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4">
          <a:extLst>
            <a:ext uri="{FF2B5EF4-FFF2-40B4-BE49-F238E27FC236}">
              <a16:creationId xmlns:a16="http://schemas.microsoft.com/office/drawing/2014/main" id="{55E91AC6-2551-3334-610C-D786F66CECF6}"/>
            </a:ext>
          </a:extLst>
        </p:cNvPr>
        <p:cNvGrpSpPr/>
        <p:nvPr/>
      </p:nvGrpSpPr>
      <p:grpSpPr>
        <a:xfrm>
          <a:off x="0" y="0"/>
          <a:ext cx="0" cy="0"/>
          <a:chOff x="0" y="0"/>
          <a:chExt cx="0" cy="0"/>
        </a:xfrm>
      </p:grpSpPr>
      <p:sp>
        <p:nvSpPr>
          <p:cNvPr id="2015" name="Google Shape;2015;g2594d972190_0_9:notes">
            <a:extLst>
              <a:ext uri="{FF2B5EF4-FFF2-40B4-BE49-F238E27FC236}">
                <a16:creationId xmlns:a16="http://schemas.microsoft.com/office/drawing/2014/main" id="{0EA4BE71-08D6-0D5A-2B24-F5CB80C268C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6" name="Google Shape;2016;g2594d972190_0_9:notes">
            <a:extLst>
              <a:ext uri="{FF2B5EF4-FFF2-40B4-BE49-F238E27FC236}">
                <a16:creationId xmlns:a16="http://schemas.microsoft.com/office/drawing/2014/main" id="{5D150C41-2DEA-2A34-63A4-9A4A4DA6B01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sz="1100" b="0" i="0" u="none" strike="noStrike" cap="none" dirty="0">
                <a:solidFill>
                  <a:srgbClr val="000000"/>
                </a:solidFill>
                <a:effectLst/>
                <a:latin typeface="Arial"/>
                <a:ea typeface="Arial"/>
                <a:cs typeface="Arial"/>
                <a:sym typeface="Arial"/>
              </a:rPr>
              <a:t>Pour cette étude, on privilégie les clusters choisis par la méthode du k-</a:t>
            </a:r>
            <a:r>
              <a:rPr lang="fr-FR" sz="1100" b="0" i="0" u="none" strike="noStrike" cap="none" dirty="0" err="1">
                <a:solidFill>
                  <a:srgbClr val="000000"/>
                </a:solidFill>
                <a:effectLst/>
                <a:latin typeface="Arial"/>
                <a:ea typeface="Arial"/>
                <a:cs typeface="Arial"/>
                <a:sym typeface="Arial"/>
              </a:rPr>
              <a:t>means</a:t>
            </a:r>
            <a:r>
              <a:rPr lang="fr-FR" sz="1100" b="0" i="0" u="none" strike="noStrike" cap="none" dirty="0">
                <a:solidFill>
                  <a:srgbClr val="000000"/>
                </a:solidFill>
                <a:effectLst/>
                <a:latin typeface="Arial"/>
                <a:ea typeface="Arial"/>
                <a:cs typeface="Arial"/>
                <a:sym typeface="Arial"/>
              </a:rPr>
              <a:t>. En effet, cette méthode a l'avantage d'être itérative, et donc qu'aucun pays ne soit figé dans un cluster dès le départ. Cela permet de créer des groupes plus équilibrés et qui répondent mieux à notre objectif.</a:t>
            </a:r>
            <a:endParaRPr dirty="0"/>
          </a:p>
        </p:txBody>
      </p:sp>
    </p:spTree>
    <p:extLst>
      <p:ext uri="{BB962C8B-B14F-4D97-AF65-F5344CB8AC3E}">
        <p14:creationId xmlns:p14="http://schemas.microsoft.com/office/powerpoint/2010/main" val="4752906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4">
          <a:extLst>
            <a:ext uri="{FF2B5EF4-FFF2-40B4-BE49-F238E27FC236}">
              <a16:creationId xmlns:a16="http://schemas.microsoft.com/office/drawing/2014/main" id="{D369730E-FE4E-C9CC-6D18-61E7861600F5}"/>
            </a:ext>
          </a:extLst>
        </p:cNvPr>
        <p:cNvGrpSpPr/>
        <p:nvPr/>
      </p:nvGrpSpPr>
      <p:grpSpPr>
        <a:xfrm>
          <a:off x="0" y="0"/>
          <a:ext cx="0" cy="0"/>
          <a:chOff x="0" y="0"/>
          <a:chExt cx="0" cy="0"/>
        </a:xfrm>
      </p:grpSpPr>
      <p:sp>
        <p:nvSpPr>
          <p:cNvPr id="2015" name="Google Shape;2015;g2594d972190_0_9:notes">
            <a:extLst>
              <a:ext uri="{FF2B5EF4-FFF2-40B4-BE49-F238E27FC236}">
                <a16:creationId xmlns:a16="http://schemas.microsoft.com/office/drawing/2014/main" id="{51E297E5-2F19-1A7D-66F0-F2D3B97DD88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6" name="Google Shape;2016;g2594d972190_0_9:notes">
            <a:extLst>
              <a:ext uri="{FF2B5EF4-FFF2-40B4-BE49-F238E27FC236}">
                <a16:creationId xmlns:a16="http://schemas.microsoft.com/office/drawing/2014/main" id="{577FB9B3-AD42-7B84-9316-D41A864206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477077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4">
          <a:extLst>
            <a:ext uri="{FF2B5EF4-FFF2-40B4-BE49-F238E27FC236}">
              <a16:creationId xmlns:a16="http://schemas.microsoft.com/office/drawing/2014/main" id="{C263DC7B-8DCF-A1B7-E9C2-8D27DFE14AD8}"/>
            </a:ext>
          </a:extLst>
        </p:cNvPr>
        <p:cNvGrpSpPr/>
        <p:nvPr/>
      </p:nvGrpSpPr>
      <p:grpSpPr>
        <a:xfrm>
          <a:off x="0" y="0"/>
          <a:ext cx="0" cy="0"/>
          <a:chOff x="0" y="0"/>
          <a:chExt cx="0" cy="0"/>
        </a:xfrm>
      </p:grpSpPr>
      <p:sp>
        <p:nvSpPr>
          <p:cNvPr id="2015" name="Google Shape;2015;g2594d972190_0_9:notes">
            <a:extLst>
              <a:ext uri="{FF2B5EF4-FFF2-40B4-BE49-F238E27FC236}">
                <a16:creationId xmlns:a16="http://schemas.microsoft.com/office/drawing/2014/main" id="{0597D2A3-F305-7A8D-EFB2-D973C04DB9C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6" name="Google Shape;2016;g2594d972190_0_9:notes">
            <a:extLst>
              <a:ext uri="{FF2B5EF4-FFF2-40B4-BE49-F238E27FC236}">
                <a16:creationId xmlns:a16="http://schemas.microsoft.com/office/drawing/2014/main" id="{41B1B3FA-0B8E-CB7B-FF9B-D572E4CA43D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fr-FR" sz="1100" b="0" i="0" u="none" strike="noStrike" cap="none" dirty="0">
                <a:solidFill>
                  <a:srgbClr val="000000"/>
                </a:solidFill>
                <a:effectLst/>
                <a:latin typeface="Arial"/>
                <a:ea typeface="Arial"/>
                <a:cs typeface="Arial"/>
                <a:sym typeface="Arial"/>
              </a:rPr>
              <a:t>Cluster 0 (rouge) : pays avec niveau de développement économique élevé (PIB moyen 37k dollars) et situation moyenne sur le marché de la volaille (</a:t>
            </a:r>
            <a:r>
              <a:rPr lang="fr-FR" sz="1100" b="0" i="0" u="none" strike="noStrike" cap="none" dirty="0" err="1">
                <a:solidFill>
                  <a:srgbClr val="000000"/>
                </a:solidFill>
                <a:effectLst/>
                <a:latin typeface="Arial"/>
                <a:ea typeface="Arial"/>
                <a:cs typeface="Arial"/>
                <a:sym typeface="Arial"/>
              </a:rPr>
              <a:t>env</a:t>
            </a:r>
            <a:r>
              <a:rPr lang="fr-FR" sz="1100" b="0" i="0" u="none" strike="noStrike" cap="none" dirty="0">
                <a:solidFill>
                  <a:srgbClr val="000000"/>
                </a:solidFill>
                <a:effectLst/>
                <a:latin typeface="Arial"/>
                <a:ea typeface="Arial"/>
                <a:cs typeface="Arial"/>
                <a:sym typeface="Arial"/>
              </a:rPr>
              <a:t> 28% d'exportation et 48% de dépendance à l'importation) =&gt; intéressant pour l'entreprise</a:t>
            </a:r>
          </a:p>
          <a:p>
            <a:r>
              <a:rPr lang="fr-FR" sz="1100" b="0" i="0" u="none" strike="noStrike" cap="none" dirty="0">
                <a:solidFill>
                  <a:srgbClr val="000000"/>
                </a:solidFill>
                <a:effectLst/>
                <a:latin typeface="Arial"/>
                <a:ea typeface="Arial"/>
                <a:cs typeface="Arial"/>
                <a:sym typeface="Arial"/>
              </a:rPr>
              <a:t>Cluster 3 (marron) : Situation très forte sur le marché (</a:t>
            </a:r>
            <a:r>
              <a:rPr lang="fr-FR" sz="1100" b="0" i="0" u="none" strike="noStrike" cap="none" dirty="0" err="1">
                <a:solidFill>
                  <a:srgbClr val="000000"/>
                </a:solidFill>
                <a:effectLst/>
                <a:latin typeface="Arial"/>
                <a:ea typeface="Arial"/>
                <a:cs typeface="Arial"/>
                <a:sym typeface="Arial"/>
              </a:rPr>
              <a:t>env</a:t>
            </a:r>
            <a:r>
              <a:rPr lang="fr-FR" sz="1100" b="0" i="0" u="none" strike="noStrike" cap="none" dirty="0">
                <a:solidFill>
                  <a:srgbClr val="000000"/>
                </a:solidFill>
                <a:effectLst/>
                <a:latin typeface="Arial"/>
                <a:ea typeface="Arial"/>
                <a:cs typeface="Arial"/>
                <a:sym typeface="Arial"/>
              </a:rPr>
              <a:t> 349% d'exportation et 236% de dépendance à l'importation), bon consommateur (28 kg environ) =&gt; très intéressant pour l'entreprise et à considérer comme hub logistique</a:t>
            </a:r>
          </a:p>
          <a:p>
            <a:endParaRPr lang="fr-FR" sz="1100" b="0" i="0" u="none" strike="noStrike" cap="none" dirty="0">
              <a:solidFill>
                <a:srgbClr val="000000"/>
              </a:solidFill>
              <a:effectLst/>
              <a:latin typeface="Arial"/>
              <a:ea typeface="Arial"/>
              <a:cs typeface="Arial"/>
              <a:sym typeface="Arial"/>
            </a:endParaRPr>
          </a:p>
          <a:p>
            <a:endParaRPr lang="fr-FR" sz="1100" b="0" i="0" u="none" strike="noStrike" cap="none" dirty="0">
              <a:solidFill>
                <a:srgbClr val="000000"/>
              </a:solidFill>
              <a:effectLst/>
              <a:latin typeface="Arial"/>
              <a:ea typeface="Arial"/>
              <a:cs typeface="Arial"/>
              <a:sym typeface="Arial"/>
            </a:endParaRPr>
          </a:p>
          <a:p>
            <a:endParaRPr lang="fr-FR" sz="1100" b="0" i="0" u="none" strike="noStrike" cap="none" dirty="0">
              <a:solidFill>
                <a:srgbClr val="000000"/>
              </a:solidFill>
              <a:effectLst/>
              <a:latin typeface="Arial"/>
              <a:ea typeface="Arial"/>
              <a:cs typeface="Arial"/>
              <a:sym typeface="Arial"/>
            </a:endParaRPr>
          </a:p>
          <a:p>
            <a:r>
              <a:rPr lang="fr-FR" sz="1100" b="0" i="0" u="none" strike="noStrike" cap="none" dirty="0">
                <a:solidFill>
                  <a:srgbClr val="000000"/>
                </a:solidFill>
                <a:effectLst/>
                <a:latin typeface="Arial"/>
                <a:ea typeface="Arial"/>
                <a:cs typeface="Arial"/>
                <a:sym typeface="Arial"/>
              </a:rPr>
              <a:t>Cluster 1 (vert) : pays moins développé économiquement (PIB plus faible 3K dollars et stabilité politique plus faible </a:t>
            </a:r>
            <a:r>
              <a:rPr lang="fr-FR" sz="1100" b="0" i="0" u="none" strike="noStrike" cap="none" dirty="0" err="1">
                <a:solidFill>
                  <a:srgbClr val="000000"/>
                </a:solidFill>
                <a:effectLst/>
                <a:latin typeface="Arial"/>
                <a:ea typeface="Arial"/>
                <a:cs typeface="Arial"/>
                <a:sym typeface="Arial"/>
              </a:rPr>
              <a:t>env</a:t>
            </a:r>
            <a:r>
              <a:rPr lang="fr-FR" sz="1100" b="0" i="0" u="none" strike="noStrike" cap="none" dirty="0">
                <a:solidFill>
                  <a:srgbClr val="000000"/>
                </a:solidFill>
                <a:effectLst/>
                <a:latin typeface="Arial"/>
                <a:ea typeface="Arial"/>
                <a:cs typeface="Arial"/>
                <a:sym typeface="Arial"/>
              </a:rPr>
              <a:t> 56) et situation moyenne sur le marché de la volaille (</a:t>
            </a:r>
            <a:r>
              <a:rPr lang="fr-FR" sz="1100" b="0" i="0" u="none" strike="noStrike" cap="none" dirty="0" err="1">
                <a:solidFill>
                  <a:srgbClr val="000000"/>
                </a:solidFill>
                <a:effectLst/>
                <a:latin typeface="Arial"/>
                <a:ea typeface="Arial"/>
                <a:cs typeface="Arial"/>
                <a:sym typeface="Arial"/>
              </a:rPr>
              <a:t>env</a:t>
            </a:r>
            <a:r>
              <a:rPr lang="fr-FR" sz="1100" b="0" i="0" u="none" strike="noStrike" cap="none" dirty="0">
                <a:solidFill>
                  <a:srgbClr val="000000"/>
                </a:solidFill>
                <a:effectLst/>
                <a:latin typeface="Arial"/>
                <a:ea typeface="Arial"/>
                <a:cs typeface="Arial"/>
                <a:sym typeface="Arial"/>
              </a:rPr>
              <a:t> 5% exportation et 34% de dépendance à l'importation) =&gt; peu intéressant pour l'entreprise</a:t>
            </a:r>
          </a:p>
          <a:p>
            <a:r>
              <a:rPr lang="fr-FR" sz="1100" b="0" i="0" u="none" strike="noStrike" cap="none" dirty="0">
                <a:solidFill>
                  <a:srgbClr val="000000"/>
                </a:solidFill>
                <a:effectLst/>
                <a:latin typeface="Arial"/>
                <a:ea typeface="Arial"/>
                <a:cs typeface="Arial"/>
                <a:sym typeface="Arial"/>
              </a:rPr>
              <a:t>Cluster 2 (orange) : Géants démographiques (1.3 milliards d'habitants en </a:t>
            </a:r>
            <a:r>
              <a:rPr lang="fr-FR" sz="1100" b="0" i="0" u="none" strike="noStrike" cap="none" dirty="0" err="1">
                <a:solidFill>
                  <a:srgbClr val="000000"/>
                </a:solidFill>
                <a:effectLst/>
                <a:latin typeface="Arial"/>
                <a:ea typeface="Arial"/>
                <a:cs typeface="Arial"/>
                <a:sym typeface="Arial"/>
              </a:rPr>
              <a:t>moy</a:t>
            </a:r>
            <a:r>
              <a:rPr lang="fr-FR" sz="1100" b="0" i="0" u="none" strike="noStrike" cap="none" dirty="0">
                <a:solidFill>
                  <a:srgbClr val="000000"/>
                </a:solidFill>
                <a:effectLst/>
                <a:latin typeface="Arial"/>
                <a:ea typeface="Arial"/>
                <a:cs typeface="Arial"/>
                <a:sym typeface="Arial"/>
              </a:rPr>
              <a:t>), peu consommateur de volaille (7 kg en moyenne) et surtout très peu présent sur le marché (1% </a:t>
            </a:r>
            <a:r>
              <a:rPr lang="fr-FR" sz="1100" b="0" i="0" u="none" strike="noStrike" cap="none" dirty="0" err="1">
                <a:solidFill>
                  <a:srgbClr val="000000"/>
                </a:solidFill>
                <a:effectLst/>
                <a:latin typeface="Arial"/>
                <a:ea typeface="Arial"/>
                <a:cs typeface="Arial"/>
                <a:sym typeface="Arial"/>
              </a:rPr>
              <a:t>env</a:t>
            </a:r>
            <a:r>
              <a:rPr lang="fr-FR" sz="1100" b="0" i="0" u="none" strike="noStrike" cap="none" dirty="0">
                <a:solidFill>
                  <a:srgbClr val="000000"/>
                </a:solidFill>
                <a:effectLst/>
                <a:latin typeface="Arial"/>
                <a:ea typeface="Arial"/>
                <a:cs typeface="Arial"/>
                <a:sym typeface="Arial"/>
              </a:rPr>
              <a:t> exportation et importation) =&gt; peu intéressant pour l'entreprise</a:t>
            </a:r>
          </a:p>
          <a:p>
            <a:r>
              <a:rPr lang="fr-FR" sz="1100" b="0" i="0" u="none" strike="noStrike" cap="none" dirty="0">
                <a:solidFill>
                  <a:srgbClr val="000000"/>
                </a:solidFill>
                <a:effectLst/>
                <a:latin typeface="Arial"/>
                <a:ea typeface="Arial"/>
                <a:cs typeface="Arial"/>
                <a:sym typeface="Arial"/>
              </a:rPr>
              <a:t>Cluster 4 (gris) : Population moyenne mais gros consommateur (</a:t>
            </a:r>
            <a:r>
              <a:rPr lang="fr-FR" sz="1100" b="0" i="0" u="none" strike="noStrike" cap="none" dirty="0" err="1">
                <a:solidFill>
                  <a:srgbClr val="000000"/>
                </a:solidFill>
                <a:effectLst/>
                <a:latin typeface="Arial"/>
                <a:ea typeface="Arial"/>
                <a:cs typeface="Arial"/>
                <a:sym typeface="Arial"/>
              </a:rPr>
              <a:t>env</a:t>
            </a:r>
            <a:r>
              <a:rPr lang="fr-FR" sz="1100" b="0" i="0" u="none" strike="noStrike" cap="none" dirty="0">
                <a:solidFill>
                  <a:srgbClr val="000000"/>
                </a:solidFill>
                <a:effectLst/>
                <a:latin typeface="Arial"/>
                <a:ea typeface="Arial"/>
                <a:cs typeface="Arial"/>
                <a:sym typeface="Arial"/>
              </a:rPr>
              <a:t> 39 kg), peu présent sur le marché (5% d'exportation et 13% de dépendance à l'importation en moyenne) et surtout très éloigné de la France (9000 km en moyenne) =&gt; peu intéressant pour l'entreprise</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12353853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7">
          <a:extLst>
            <a:ext uri="{FF2B5EF4-FFF2-40B4-BE49-F238E27FC236}">
              <a16:creationId xmlns:a16="http://schemas.microsoft.com/office/drawing/2014/main" id="{364DE5D8-2E76-F7BA-51AD-6125B472FC51}"/>
            </a:ext>
          </a:extLst>
        </p:cNvPr>
        <p:cNvGrpSpPr/>
        <p:nvPr/>
      </p:nvGrpSpPr>
      <p:grpSpPr>
        <a:xfrm>
          <a:off x="0" y="0"/>
          <a:ext cx="0" cy="0"/>
          <a:chOff x="0" y="0"/>
          <a:chExt cx="0" cy="0"/>
        </a:xfrm>
      </p:grpSpPr>
      <p:sp>
        <p:nvSpPr>
          <p:cNvPr id="1288" name="Google Shape;1288;g54dda1946d_6_332:notes">
            <a:extLst>
              <a:ext uri="{FF2B5EF4-FFF2-40B4-BE49-F238E27FC236}">
                <a16:creationId xmlns:a16="http://schemas.microsoft.com/office/drawing/2014/main" id="{8B751962-FDB8-4434-E388-4BBEF0105D3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9" name="Google Shape;1289;g54dda1946d_6_332:notes">
            <a:extLst>
              <a:ext uri="{FF2B5EF4-FFF2-40B4-BE49-F238E27FC236}">
                <a16:creationId xmlns:a16="http://schemas.microsoft.com/office/drawing/2014/main" id="{F8F89C6E-9DD0-B631-098C-1528A038A8B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Stratégies commerciales différentes</a:t>
            </a:r>
            <a:br>
              <a:rPr lang="fr-FR" dirty="0"/>
            </a:br>
            <a:r>
              <a:rPr lang="fr-FR" dirty="0"/>
              <a:t>pour aller plus loin pour le groupe 0, on peut étudier chaque pays individuellement et ne garder que les pays qui ont les caractéristiques qui nous intéressent le plus pour l’expansion de l’entreprise</a:t>
            </a:r>
            <a:endParaRPr dirty="0"/>
          </a:p>
        </p:txBody>
      </p:sp>
    </p:spTree>
    <p:extLst>
      <p:ext uri="{BB962C8B-B14F-4D97-AF65-F5344CB8AC3E}">
        <p14:creationId xmlns:p14="http://schemas.microsoft.com/office/powerpoint/2010/main" val="11348896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3">
          <a:extLst>
            <a:ext uri="{FF2B5EF4-FFF2-40B4-BE49-F238E27FC236}">
              <a16:creationId xmlns:a16="http://schemas.microsoft.com/office/drawing/2014/main" id="{348D1280-838A-5CEF-8691-E2075752346D}"/>
            </a:ext>
          </a:extLst>
        </p:cNvPr>
        <p:cNvGrpSpPr/>
        <p:nvPr/>
      </p:nvGrpSpPr>
      <p:grpSpPr>
        <a:xfrm>
          <a:off x="0" y="0"/>
          <a:ext cx="0" cy="0"/>
          <a:chOff x="0" y="0"/>
          <a:chExt cx="0" cy="0"/>
        </a:xfrm>
      </p:grpSpPr>
      <p:sp>
        <p:nvSpPr>
          <p:cNvPr id="2284" name="Google Shape;2284;g135e18421cc_13_10:notes">
            <a:extLst>
              <a:ext uri="{FF2B5EF4-FFF2-40B4-BE49-F238E27FC236}">
                <a16:creationId xmlns:a16="http://schemas.microsoft.com/office/drawing/2014/main" id="{1BDEE50B-B6DE-B240-5656-FE2797B04CC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5" name="Google Shape;2285;g135e18421cc_13_10:notes">
            <a:extLst>
              <a:ext uri="{FF2B5EF4-FFF2-40B4-BE49-F238E27FC236}">
                <a16:creationId xmlns:a16="http://schemas.microsoft.com/office/drawing/2014/main" id="{A095325B-A8B6-1D2B-FA96-635F120E052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7191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3225" y="1034700"/>
            <a:ext cx="4428600" cy="23559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42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713225" y="3571650"/>
            <a:ext cx="3992700" cy="365700"/>
          </a:xfrm>
          <a:prstGeom prst="rect">
            <a:avLst/>
          </a:prstGeom>
          <a:solidFill>
            <a:schemeClr val="accent3"/>
          </a:solid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1" name="Google Shape;11;p2"/>
          <p:cNvGrpSpPr/>
          <p:nvPr/>
        </p:nvGrpSpPr>
        <p:grpSpPr>
          <a:xfrm rot="-6526744">
            <a:off x="368873" y="137146"/>
            <a:ext cx="517887" cy="701856"/>
            <a:chOff x="8792640" y="2211120"/>
            <a:chExt cx="136800" cy="185400"/>
          </a:xfrm>
        </p:grpSpPr>
        <p:sp>
          <p:nvSpPr>
            <p:cNvPr id="12" name="Google Shape;12;p2"/>
            <p:cNvSpPr/>
            <p:nvPr/>
          </p:nvSpPr>
          <p:spPr>
            <a:xfrm>
              <a:off x="8804160" y="2211120"/>
              <a:ext cx="125280" cy="145440"/>
            </a:xfrm>
            <a:custGeom>
              <a:avLst/>
              <a:gdLst/>
              <a:ahLst/>
              <a:cxnLst/>
              <a:rect l="l" t="t" r="r" b="b"/>
              <a:pathLst>
                <a:path w="348" h="404" extrusionOk="0">
                  <a:moveTo>
                    <a:pt x="0" y="404"/>
                  </a:moveTo>
                  <a:lnTo>
                    <a:pt x="0" y="404"/>
                  </a:lnTo>
                  <a:cubicBezTo>
                    <a:pt x="38" y="222"/>
                    <a:pt x="174" y="64"/>
                    <a:pt x="348" y="0"/>
                  </a:cubicBezTo>
                  <a:cubicBezTo>
                    <a:pt x="322" y="194"/>
                    <a:pt x="188" y="350"/>
                    <a:pt x="0" y="404"/>
                  </a:cubicBez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 name="Google Shape;13;p2"/>
            <p:cNvSpPr/>
            <p:nvPr/>
          </p:nvSpPr>
          <p:spPr>
            <a:xfrm>
              <a:off x="8792640" y="2364480"/>
              <a:ext cx="133560" cy="32040"/>
            </a:xfrm>
            <a:custGeom>
              <a:avLst/>
              <a:gdLst/>
              <a:ahLst/>
              <a:cxnLst/>
              <a:rect l="l" t="t" r="r" b="b"/>
              <a:pathLst>
                <a:path w="371" h="89" extrusionOk="0">
                  <a:moveTo>
                    <a:pt x="371" y="86"/>
                  </a:moveTo>
                  <a:lnTo>
                    <a:pt x="371" y="86"/>
                  </a:lnTo>
                  <a:cubicBezTo>
                    <a:pt x="278" y="-12"/>
                    <a:pt x="112" y="-28"/>
                    <a:pt x="0" y="51"/>
                  </a:cubicBezTo>
                  <a:cubicBezTo>
                    <a:pt x="118" y="93"/>
                    <a:pt x="247" y="92"/>
                    <a:pt x="371" y="86"/>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14" name="Google Shape;14;p2"/>
          <p:cNvGrpSpPr/>
          <p:nvPr/>
        </p:nvGrpSpPr>
        <p:grpSpPr>
          <a:xfrm>
            <a:off x="-156600" y="-121650"/>
            <a:ext cx="9457200" cy="5386800"/>
            <a:chOff x="-156600" y="-121650"/>
            <a:chExt cx="9457200" cy="5386800"/>
          </a:xfrm>
        </p:grpSpPr>
        <p:cxnSp>
          <p:nvCxnSpPr>
            <p:cNvPr id="15" name="Google Shape;15;p2"/>
            <p:cNvCxnSpPr/>
            <p:nvPr/>
          </p:nvCxnSpPr>
          <p:spPr>
            <a:xfrm>
              <a:off x="-156600" y="4816475"/>
              <a:ext cx="9457200" cy="0"/>
            </a:xfrm>
            <a:prstGeom prst="straightConnector1">
              <a:avLst/>
            </a:prstGeom>
            <a:noFill/>
            <a:ln w="9525" cap="flat" cmpd="sng">
              <a:solidFill>
                <a:schemeClr val="accent4"/>
              </a:solidFill>
              <a:prstDash val="solid"/>
              <a:round/>
              <a:headEnd type="none" w="med" len="med"/>
              <a:tailEnd type="none" w="med" len="med"/>
            </a:ln>
          </p:spPr>
        </p:cxnSp>
        <p:cxnSp>
          <p:nvCxnSpPr>
            <p:cNvPr id="16" name="Google Shape;16;p2"/>
            <p:cNvCxnSpPr/>
            <p:nvPr/>
          </p:nvCxnSpPr>
          <p:spPr>
            <a:xfrm rot="10800000">
              <a:off x="8769875" y="-121650"/>
              <a:ext cx="0" cy="5386800"/>
            </a:xfrm>
            <a:prstGeom prst="straightConnector1">
              <a:avLst/>
            </a:prstGeom>
            <a:noFill/>
            <a:ln w="9525" cap="flat" cmpd="sng">
              <a:solidFill>
                <a:schemeClr val="accent4"/>
              </a:solidFill>
              <a:prstDash val="solid"/>
              <a:round/>
              <a:headEnd type="none" w="med" len="med"/>
              <a:tailEnd type="none" w="med" len="med"/>
            </a:ln>
          </p:spPr>
        </p:cxn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106"/>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107"/>
        <p:cNvGrpSpPr/>
        <p:nvPr/>
      </p:nvGrpSpPr>
      <p:grpSpPr>
        <a:xfrm>
          <a:off x="0" y="0"/>
          <a:ext cx="0" cy="0"/>
          <a:chOff x="0" y="0"/>
          <a:chExt cx="0" cy="0"/>
        </a:xfrm>
      </p:grpSpPr>
      <p:sp>
        <p:nvSpPr>
          <p:cNvPr id="108" name="Google Shape;108;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09" name="Google Shape;109;p13"/>
          <p:cNvSpPr txBox="1">
            <a:spLocks noGrp="1"/>
          </p:cNvSpPr>
          <p:nvPr>
            <p:ph type="title" idx="2" hasCustomPrompt="1"/>
          </p:nvPr>
        </p:nvSpPr>
        <p:spPr>
          <a:xfrm>
            <a:off x="720000" y="1504575"/>
            <a:ext cx="1063200" cy="447600"/>
          </a:xfrm>
          <a:prstGeom prst="rect">
            <a:avLst/>
          </a:prstGeom>
          <a:solidFill>
            <a:schemeClr val="accent3"/>
          </a:solidFill>
          <a:ln>
            <a:noFill/>
          </a:ln>
        </p:spPr>
        <p:txBody>
          <a:bodyPr spcFirstLastPara="1" wrap="square" lIns="91425" tIns="91425" rIns="91425" bIns="91425" anchor="ctr" anchorCtr="0">
            <a:noAutofit/>
          </a:bodyPr>
          <a:lstStyle>
            <a:lvl1pPr lvl="0" algn="ctr" rtl="0">
              <a:spcBef>
                <a:spcPts val="0"/>
              </a:spcBef>
              <a:spcAft>
                <a:spcPts val="0"/>
              </a:spcAft>
              <a:buSzPts val="3000"/>
              <a:buNone/>
              <a:defRPr sz="2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0" name="Google Shape;110;p13"/>
          <p:cNvSpPr txBox="1">
            <a:spLocks noGrp="1"/>
          </p:cNvSpPr>
          <p:nvPr>
            <p:ph type="title" idx="3" hasCustomPrompt="1"/>
          </p:nvPr>
        </p:nvSpPr>
        <p:spPr>
          <a:xfrm>
            <a:off x="720000" y="3177449"/>
            <a:ext cx="1063200" cy="447600"/>
          </a:xfrm>
          <a:prstGeom prst="rect">
            <a:avLst/>
          </a:prstGeom>
          <a:solidFill>
            <a:schemeClr val="accent3"/>
          </a:solidFill>
          <a:ln>
            <a:noFill/>
          </a:ln>
        </p:spPr>
        <p:txBody>
          <a:bodyPr spcFirstLastPara="1" wrap="square" lIns="91425" tIns="91425" rIns="91425" bIns="91425" anchor="ctr" anchorCtr="0">
            <a:noAutofit/>
          </a:bodyPr>
          <a:lstStyle>
            <a:lvl1pPr lvl="0" algn="ctr" rtl="0">
              <a:spcBef>
                <a:spcPts val="0"/>
              </a:spcBef>
              <a:spcAft>
                <a:spcPts val="0"/>
              </a:spcAft>
              <a:buSzPts val="3000"/>
              <a:buNone/>
              <a:defRPr sz="2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1" name="Google Shape;111;p13"/>
          <p:cNvSpPr txBox="1">
            <a:spLocks noGrp="1"/>
          </p:cNvSpPr>
          <p:nvPr>
            <p:ph type="title" idx="4" hasCustomPrompt="1"/>
          </p:nvPr>
        </p:nvSpPr>
        <p:spPr>
          <a:xfrm>
            <a:off x="3419271" y="1504575"/>
            <a:ext cx="1063200" cy="447600"/>
          </a:xfrm>
          <a:prstGeom prst="rect">
            <a:avLst/>
          </a:prstGeom>
          <a:solidFill>
            <a:schemeClr val="accent3"/>
          </a:solidFill>
          <a:ln>
            <a:noFill/>
          </a:ln>
        </p:spPr>
        <p:txBody>
          <a:bodyPr spcFirstLastPara="1" wrap="square" lIns="91425" tIns="91425" rIns="91425" bIns="91425" anchor="ctr" anchorCtr="0">
            <a:noAutofit/>
          </a:bodyPr>
          <a:lstStyle>
            <a:lvl1pPr lvl="0" algn="ctr" rtl="0">
              <a:spcBef>
                <a:spcPts val="0"/>
              </a:spcBef>
              <a:spcAft>
                <a:spcPts val="0"/>
              </a:spcAft>
              <a:buSzPts val="3000"/>
              <a:buNone/>
              <a:defRPr sz="2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2" name="Google Shape;112;p13"/>
          <p:cNvSpPr txBox="1">
            <a:spLocks noGrp="1"/>
          </p:cNvSpPr>
          <p:nvPr>
            <p:ph type="title" idx="5" hasCustomPrompt="1"/>
          </p:nvPr>
        </p:nvSpPr>
        <p:spPr>
          <a:xfrm>
            <a:off x="3419271" y="3177449"/>
            <a:ext cx="1063200" cy="447600"/>
          </a:xfrm>
          <a:prstGeom prst="rect">
            <a:avLst/>
          </a:prstGeom>
          <a:solidFill>
            <a:schemeClr val="accent3"/>
          </a:solidFill>
          <a:ln>
            <a:noFill/>
          </a:ln>
        </p:spPr>
        <p:txBody>
          <a:bodyPr spcFirstLastPara="1" wrap="square" lIns="91425" tIns="91425" rIns="91425" bIns="91425" anchor="ctr" anchorCtr="0">
            <a:noAutofit/>
          </a:bodyPr>
          <a:lstStyle>
            <a:lvl1pPr lvl="0" algn="ctr" rtl="0">
              <a:spcBef>
                <a:spcPts val="0"/>
              </a:spcBef>
              <a:spcAft>
                <a:spcPts val="0"/>
              </a:spcAft>
              <a:buSzPts val="3000"/>
              <a:buNone/>
              <a:defRPr sz="2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3" name="Google Shape;113;p13"/>
          <p:cNvSpPr txBox="1">
            <a:spLocks noGrp="1"/>
          </p:cNvSpPr>
          <p:nvPr>
            <p:ph type="title" idx="6" hasCustomPrompt="1"/>
          </p:nvPr>
        </p:nvSpPr>
        <p:spPr>
          <a:xfrm>
            <a:off x="6118549" y="1504575"/>
            <a:ext cx="1063200" cy="447600"/>
          </a:xfrm>
          <a:prstGeom prst="rect">
            <a:avLst/>
          </a:prstGeom>
          <a:solidFill>
            <a:schemeClr val="accent3"/>
          </a:solidFill>
          <a:ln>
            <a:noFill/>
          </a:ln>
        </p:spPr>
        <p:txBody>
          <a:bodyPr spcFirstLastPara="1" wrap="square" lIns="91425" tIns="91425" rIns="91425" bIns="91425" anchor="ctr" anchorCtr="0">
            <a:noAutofit/>
          </a:bodyPr>
          <a:lstStyle>
            <a:lvl1pPr lvl="0" algn="ctr" rtl="0">
              <a:spcBef>
                <a:spcPts val="0"/>
              </a:spcBef>
              <a:spcAft>
                <a:spcPts val="0"/>
              </a:spcAft>
              <a:buSzPts val="3000"/>
              <a:buNone/>
              <a:defRPr sz="2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4" name="Google Shape;114;p13"/>
          <p:cNvSpPr txBox="1">
            <a:spLocks noGrp="1"/>
          </p:cNvSpPr>
          <p:nvPr>
            <p:ph type="title" idx="7" hasCustomPrompt="1"/>
          </p:nvPr>
        </p:nvSpPr>
        <p:spPr>
          <a:xfrm>
            <a:off x="6118549" y="3177450"/>
            <a:ext cx="1063200" cy="447600"/>
          </a:xfrm>
          <a:prstGeom prst="rect">
            <a:avLst/>
          </a:prstGeom>
          <a:solidFill>
            <a:schemeClr val="accent3"/>
          </a:solidFill>
          <a:ln>
            <a:noFill/>
          </a:ln>
        </p:spPr>
        <p:txBody>
          <a:bodyPr spcFirstLastPara="1" wrap="square" lIns="91425" tIns="91425" rIns="91425" bIns="91425" anchor="ctr" anchorCtr="0">
            <a:noAutofit/>
          </a:bodyPr>
          <a:lstStyle>
            <a:lvl1pPr lvl="0" algn="ctr" rtl="0">
              <a:spcBef>
                <a:spcPts val="0"/>
              </a:spcBef>
              <a:spcAft>
                <a:spcPts val="0"/>
              </a:spcAft>
              <a:buSzPts val="3000"/>
              <a:buNone/>
              <a:defRPr sz="2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5" name="Google Shape;115;p13"/>
          <p:cNvSpPr txBox="1">
            <a:spLocks noGrp="1"/>
          </p:cNvSpPr>
          <p:nvPr>
            <p:ph type="subTitle" idx="1"/>
          </p:nvPr>
        </p:nvSpPr>
        <p:spPr>
          <a:xfrm>
            <a:off x="720000" y="1973650"/>
            <a:ext cx="20364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Sora"/>
              <a:buNone/>
              <a:defRPr sz="2000" b="1">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sz="2400">
                <a:latin typeface="Sora"/>
                <a:ea typeface="Sora"/>
                <a:cs typeface="Sora"/>
                <a:sym typeface="Sora"/>
              </a:defRPr>
            </a:lvl2pPr>
            <a:lvl3pPr lvl="2" rtl="0">
              <a:lnSpc>
                <a:spcPct val="100000"/>
              </a:lnSpc>
              <a:spcBef>
                <a:spcPts val="0"/>
              </a:spcBef>
              <a:spcAft>
                <a:spcPts val="0"/>
              </a:spcAft>
              <a:buSzPts val="2400"/>
              <a:buFont typeface="Sora"/>
              <a:buNone/>
              <a:defRPr sz="2400">
                <a:latin typeface="Sora"/>
                <a:ea typeface="Sora"/>
                <a:cs typeface="Sora"/>
                <a:sym typeface="Sora"/>
              </a:defRPr>
            </a:lvl3pPr>
            <a:lvl4pPr lvl="3" rtl="0">
              <a:lnSpc>
                <a:spcPct val="100000"/>
              </a:lnSpc>
              <a:spcBef>
                <a:spcPts val="0"/>
              </a:spcBef>
              <a:spcAft>
                <a:spcPts val="0"/>
              </a:spcAft>
              <a:buSzPts val="2400"/>
              <a:buFont typeface="Sora"/>
              <a:buNone/>
              <a:defRPr sz="2400">
                <a:latin typeface="Sora"/>
                <a:ea typeface="Sora"/>
                <a:cs typeface="Sora"/>
                <a:sym typeface="Sora"/>
              </a:defRPr>
            </a:lvl4pPr>
            <a:lvl5pPr lvl="4" rtl="0">
              <a:lnSpc>
                <a:spcPct val="100000"/>
              </a:lnSpc>
              <a:spcBef>
                <a:spcPts val="0"/>
              </a:spcBef>
              <a:spcAft>
                <a:spcPts val="0"/>
              </a:spcAft>
              <a:buSzPts val="2400"/>
              <a:buFont typeface="Sora"/>
              <a:buNone/>
              <a:defRPr sz="2400">
                <a:latin typeface="Sora"/>
                <a:ea typeface="Sora"/>
                <a:cs typeface="Sora"/>
                <a:sym typeface="Sora"/>
              </a:defRPr>
            </a:lvl5pPr>
            <a:lvl6pPr lvl="5" rtl="0">
              <a:lnSpc>
                <a:spcPct val="100000"/>
              </a:lnSpc>
              <a:spcBef>
                <a:spcPts val="0"/>
              </a:spcBef>
              <a:spcAft>
                <a:spcPts val="0"/>
              </a:spcAft>
              <a:buSzPts val="2400"/>
              <a:buFont typeface="Sora"/>
              <a:buNone/>
              <a:defRPr sz="2400">
                <a:latin typeface="Sora"/>
                <a:ea typeface="Sora"/>
                <a:cs typeface="Sora"/>
                <a:sym typeface="Sora"/>
              </a:defRPr>
            </a:lvl6pPr>
            <a:lvl7pPr lvl="6" rtl="0">
              <a:lnSpc>
                <a:spcPct val="100000"/>
              </a:lnSpc>
              <a:spcBef>
                <a:spcPts val="0"/>
              </a:spcBef>
              <a:spcAft>
                <a:spcPts val="0"/>
              </a:spcAft>
              <a:buSzPts val="2400"/>
              <a:buFont typeface="Sora"/>
              <a:buNone/>
              <a:defRPr sz="2400">
                <a:latin typeface="Sora"/>
                <a:ea typeface="Sora"/>
                <a:cs typeface="Sora"/>
                <a:sym typeface="Sora"/>
              </a:defRPr>
            </a:lvl7pPr>
            <a:lvl8pPr lvl="7" rtl="0">
              <a:lnSpc>
                <a:spcPct val="100000"/>
              </a:lnSpc>
              <a:spcBef>
                <a:spcPts val="0"/>
              </a:spcBef>
              <a:spcAft>
                <a:spcPts val="0"/>
              </a:spcAft>
              <a:buSzPts val="2400"/>
              <a:buFont typeface="Sora"/>
              <a:buNone/>
              <a:defRPr sz="2400">
                <a:latin typeface="Sora"/>
                <a:ea typeface="Sora"/>
                <a:cs typeface="Sora"/>
                <a:sym typeface="Sora"/>
              </a:defRPr>
            </a:lvl8pPr>
            <a:lvl9pPr lvl="8" rtl="0">
              <a:lnSpc>
                <a:spcPct val="100000"/>
              </a:lnSpc>
              <a:spcBef>
                <a:spcPts val="0"/>
              </a:spcBef>
              <a:spcAft>
                <a:spcPts val="0"/>
              </a:spcAft>
              <a:buSzPts val="2400"/>
              <a:buFont typeface="Sora"/>
              <a:buNone/>
              <a:defRPr sz="2400">
                <a:latin typeface="Sora"/>
                <a:ea typeface="Sora"/>
                <a:cs typeface="Sora"/>
                <a:sym typeface="Sora"/>
              </a:defRPr>
            </a:lvl9pPr>
          </a:lstStyle>
          <a:p>
            <a:endParaRPr/>
          </a:p>
        </p:txBody>
      </p:sp>
      <p:sp>
        <p:nvSpPr>
          <p:cNvPr id="116" name="Google Shape;116;p13"/>
          <p:cNvSpPr txBox="1">
            <a:spLocks noGrp="1"/>
          </p:cNvSpPr>
          <p:nvPr>
            <p:ph type="subTitle" idx="8"/>
          </p:nvPr>
        </p:nvSpPr>
        <p:spPr>
          <a:xfrm>
            <a:off x="3419274" y="1973650"/>
            <a:ext cx="20364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Sora"/>
              <a:buNone/>
              <a:defRPr sz="2000" b="1">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sz="2400">
                <a:latin typeface="Sora"/>
                <a:ea typeface="Sora"/>
                <a:cs typeface="Sora"/>
                <a:sym typeface="Sora"/>
              </a:defRPr>
            </a:lvl2pPr>
            <a:lvl3pPr lvl="2" rtl="0">
              <a:lnSpc>
                <a:spcPct val="100000"/>
              </a:lnSpc>
              <a:spcBef>
                <a:spcPts val="0"/>
              </a:spcBef>
              <a:spcAft>
                <a:spcPts val="0"/>
              </a:spcAft>
              <a:buSzPts val="2400"/>
              <a:buFont typeface="Sora"/>
              <a:buNone/>
              <a:defRPr sz="2400">
                <a:latin typeface="Sora"/>
                <a:ea typeface="Sora"/>
                <a:cs typeface="Sora"/>
                <a:sym typeface="Sora"/>
              </a:defRPr>
            </a:lvl3pPr>
            <a:lvl4pPr lvl="3" rtl="0">
              <a:lnSpc>
                <a:spcPct val="100000"/>
              </a:lnSpc>
              <a:spcBef>
                <a:spcPts val="0"/>
              </a:spcBef>
              <a:spcAft>
                <a:spcPts val="0"/>
              </a:spcAft>
              <a:buSzPts val="2400"/>
              <a:buFont typeface="Sora"/>
              <a:buNone/>
              <a:defRPr sz="2400">
                <a:latin typeface="Sora"/>
                <a:ea typeface="Sora"/>
                <a:cs typeface="Sora"/>
                <a:sym typeface="Sora"/>
              </a:defRPr>
            </a:lvl4pPr>
            <a:lvl5pPr lvl="4" rtl="0">
              <a:lnSpc>
                <a:spcPct val="100000"/>
              </a:lnSpc>
              <a:spcBef>
                <a:spcPts val="0"/>
              </a:spcBef>
              <a:spcAft>
                <a:spcPts val="0"/>
              </a:spcAft>
              <a:buSzPts val="2400"/>
              <a:buFont typeface="Sora"/>
              <a:buNone/>
              <a:defRPr sz="2400">
                <a:latin typeface="Sora"/>
                <a:ea typeface="Sora"/>
                <a:cs typeface="Sora"/>
                <a:sym typeface="Sora"/>
              </a:defRPr>
            </a:lvl5pPr>
            <a:lvl6pPr lvl="5" rtl="0">
              <a:lnSpc>
                <a:spcPct val="100000"/>
              </a:lnSpc>
              <a:spcBef>
                <a:spcPts val="0"/>
              </a:spcBef>
              <a:spcAft>
                <a:spcPts val="0"/>
              </a:spcAft>
              <a:buSzPts val="2400"/>
              <a:buFont typeface="Sora"/>
              <a:buNone/>
              <a:defRPr sz="2400">
                <a:latin typeface="Sora"/>
                <a:ea typeface="Sora"/>
                <a:cs typeface="Sora"/>
                <a:sym typeface="Sora"/>
              </a:defRPr>
            </a:lvl6pPr>
            <a:lvl7pPr lvl="6" rtl="0">
              <a:lnSpc>
                <a:spcPct val="100000"/>
              </a:lnSpc>
              <a:spcBef>
                <a:spcPts val="0"/>
              </a:spcBef>
              <a:spcAft>
                <a:spcPts val="0"/>
              </a:spcAft>
              <a:buSzPts val="2400"/>
              <a:buFont typeface="Sora"/>
              <a:buNone/>
              <a:defRPr sz="2400">
                <a:latin typeface="Sora"/>
                <a:ea typeface="Sora"/>
                <a:cs typeface="Sora"/>
                <a:sym typeface="Sora"/>
              </a:defRPr>
            </a:lvl7pPr>
            <a:lvl8pPr lvl="7" rtl="0">
              <a:lnSpc>
                <a:spcPct val="100000"/>
              </a:lnSpc>
              <a:spcBef>
                <a:spcPts val="0"/>
              </a:spcBef>
              <a:spcAft>
                <a:spcPts val="0"/>
              </a:spcAft>
              <a:buSzPts val="2400"/>
              <a:buFont typeface="Sora"/>
              <a:buNone/>
              <a:defRPr sz="2400">
                <a:latin typeface="Sora"/>
                <a:ea typeface="Sora"/>
                <a:cs typeface="Sora"/>
                <a:sym typeface="Sora"/>
              </a:defRPr>
            </a:lvl8pPr>
            <a:lvl9pPr lvl="8" rtl="0">
              <a:lnSpc>
                <a:spcPct val="100000"/>
              </a:lnSpc>
              <a:spcBef>
                <a:spcPts val="0"/>
              </a:spcBef>
              <a:spcAft>
                <a:spcPts val="0"/>
              </a:spcAft>
              <a:buSzPts val="2400"/>
              <a:buFont typeface="Sora"/>
              <a:buNone/>
              <a:defRPr sz="2400">
                <a:latin typeface="Sora"/>
                <a:ea typeface="Sora"/>
                <a:cs typeface="Sora"/>
                <a:sym typeface="Sora"/>
              </a:defRPr>
            </a:lvl9pPr>
          </a:lstStyle>
          <a:p>
            <a:endParaRPr/>
          </a:p>
        </p:txBody>
      </p:sp>
      <p:sp>
        <p:nvSpPr>
          <p:cNvPr id="117" name="Google Shape;117;p13"/>
          <p:cNvSpPr txBox="1">
            <a:spLocks noGrp="1"/>
          </p:cNvSpPr>
          <p:nvPr>
            <p:ph type="subTitle" idx="9"/>
          </p:nvPr>
        </p:nvSpPr>
        <p:spPr>
          <a:xfrm>
            <a:off x="6118550" y="1973650"/>
            <a:ext cx="20364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Sora"/>
              <a:buNone/>
              <a:defRPr sz="2000" b="1">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sz="2400">
                <a:latin typeface="Sora"/>
                <a:ea typeface="Sora"/>
                <a:cs typeface="Sora"/>
                <a:sym typeface="Sora"/>
              </a:defRPr>
            </a:lvl2pPr>
            <a:lvl3pPr lvl="2" rtl="0">
              <a:lnSpc>
                <a:spcPct val="100000"/>
              </a:lnSpc>
              <a:spcBef>
                <a:spcPts val="0"/>
              </a:spcBef>
              <a:spcAft>
                <a:spcPts val="0"/>
              </a:spcAft>
              <a:buSzPts val="2400"/>
              <a:buFont typeface="Sora"/>
              <a:buNone/>
              <a:defRPr sz="2400">
                <a:latin typeface="Sora"/>
                <a:ea typeface="Sora"/>
                <a:cs typeface="Sora"/>
                <a:sym typeface="Sora"/>
              </a:defRPr>
            </a:lvl3pPr>
            <a:lvl4pPr lvl="3" rtl="0">
              <a:lnSpc>
                <a:spcPct val="100000"/>
              </a:lnSpc>
              <a:spcBef>
                <a:spcPts val="0"/>
              </a:spcBef>
              <a:spcAft>
                <a:spcPts val="0"/>
              </a:spcAft>
              <a:buSzPts val="2400"/>
              <a:buFont typeface="Sora"/>
              <a:buNone/>
              <a:defRPr sz="2400">
                <a:latin typeface="Sora"/>
                <a:ea typeface="Sora"/>
                <a:cs typeface="Sora"/>
                <a:sym typeface="Sora"/>
              </a:defRPr>
            </a:lvl4pPr>
            <a:lvl5pPr lvl="4" rtl="0">
              <a:lnSpc>
                <a:spcPct val="100000"/>
              </a:lnSpc>
              <a:spcBef>
                <a:spcPts val="0"/>
              </a:spcBef>
              <a:spcAft>
                <a:spcPts val="0"/>
              </a:spcAft>
              <a:buSzPts val="2400"/>
              <a:buFont typeface="Sora"/>
              <a:buNone/>
              <a:defRPr sz="2400">
                <a:latin typeface="Sora"/>
                <a:ea typeface="Sora"/>
                <a:cs typeface="Sora"/>
                <a:sym typeface="Sora"/>
              </a:defRPr>
            </a:lvl5pPr>
            <a:lvl6pPr lvl="5" rtl="0">
              <a:lnSpc>
                <a:spcPct val="100000"/>
              </a:lnSpc>
              <a:spcBef>
                <a:spcPts val="0"/>
              </a:spcBef>
              <a:spcAft>
                <a:spcPts val="0"/>
              </a:spcAft>
              <a:buSzPts val="2400"/>
              <a:buFont typeface="Sora"/>
              <a:buNone/>
              <a:defRPr sz="2400">
                <a:latin typeface="Sora"/>
                <a:ea typeface="Sora"/>
                <a:cs typeface="Sora"/>
                <a:sym typeface="Sora"/>
              </a:defRPr>
            </a:lvl6pPr>
            <a:lvl7pPr lvl="6" rtl="0">
              <a:lnSpc>
                <a:spcPct val="100000"/>
              </a:lnSpc>
              <a:spcBef>
                <a:spcPts val="0"/>
              </a:spcBef>
              <a:spcAft>
                <a:spcPts val="0"/>
              </a:spcAft>
              <a:buSzPts val="2400"/>
              <a:buFont typeface="Sora"/>
              <a:buNone/>
              <a:defRPr sz="2400">
                <a:latin typeface="Sora"/>
                <a:ea typeface="Sora"/>
                <a:cs typeface="Sora"/>
                <a:sym typeface="Sora"/>
              </a:defRPr>
            </a:lvl7pPr>
            <a:lvl8pPr lvl="7" rtl="0">
              <a:lnSpc>
                <a:spcPct val="100000"/>
              </a:lnSpc>
              <a:spcBef>
                <a:spcPts val="0"/>
              </a:spcBef>
              <a:spcAft>
                <a:spcPts val="0"/>
              </a:spcAft>
              <a:buSzPts val="2400"/>
              <a:buFont typeface="Sora"/>
              <a:buNone/>
              <a:defRPr sz="2400">
                <a:latin typeface="Sora"/>
                <a:ea typeface="Sora"/>
                <a:cs typeface="Sora"/>
                <a:sym typeface="Sora"/>
              </a:defRPr>
            </a:lvl8pPr>
            <a:lvl9pPr lvl="8" rtl="0">
              <a:lnSpc>
                <a:spcPct val="100000"/>
              </a:lnSpc>
              <a:spcBef>
                <a:spcPts val="0"/>
              </a:spcBef>
              <a:spcAft>
                <a:spcPts val="0"/>
              </a:spcAft>
              <a:buSzPts val="2400"/>
              <a:buFont typeface="Sora"/>
              <a:buNone/>
              <a:defRPr sz="2400">
                <a:latin typeface="Sora"/>
                <a:ea typeface="Sora"/>
                <a:cs typeface="Sora"/>
                <a:sym typeface="Sora"/>
              </a:defRPr>
            </a:lvl9pPr>
          </a:lstStyle>
          <a:p>
            <a:endParaRPr/>
          </a:p>
        </p:txBody>
      </p:sp>
      <p:sp>
        <p:nvSpPr>
          <p:cNvPr id="118" name="Google Shape;118;p13"/>
          <p:cNvSpPr txBox="1">
            <a:spLocks noGrp="1"/>
          </p:cNvSpPr>
          <p:nvPr>
            <p:ph type="subTitle" idx="13"/>
          </p:nvPr>
        </p:nvSpPr>
        <p:spPr>
          <a:xfrm>
            <a:off x="720000" y="3646596"/>
            <a:ext cx="20364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Sora"/>
              <a:buNone/>
              <a:defRPr sz="2000" b="1">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sz="2400">
                <a:latin typeface="Sora"/>
                <a:ea typeface="Sora"/>
                <a:cs typeface="Sora"/>
                <a:sym typeface="Sora"/>
              </a:defRPr>
            </a:lvl2pPr>
            <a:lvl3pPr lvl="2" rtl="0">
              <a:lnSpc>
                <a:spcPct val="100000"/>
              </a:lnSpc>
              <a:spcBef>
                <a:spcPts val="0"/>
              </a:spcBef>
              <a:spcAft>
                <a:spcPts val="0"/>
              </a:spcAft>
              <a:buSzPts val="2400"/>
              <a:buFont typeface="Sora"/>
              <a:buNone/>
              <a:defRPr sz="2400">
                <a:latin typeface="Sora"/>
                <a:ea typeface="Sora"/>
                <a:cs typeface="Sora"/>
                <a:sym typeface="Sora"/>
              </a:defRPr>
            </a:lvl3pPr>
            <a:lvl4pPr lvl="3" rtl="0">
              <a:lnSpc>
                <a:spcPct val="100000"/>
              </a:lnSpc>
              <a:spcBef>
                <a:spcPts val="0"/>
              </a:spcBef>
              <a:spcAft>
                <a:spcPts val="0"/>
              </a:spcAft>
              <a:buSzPts val="2400"/>
              <a:buFont typeface="Sora"/>
              <a:buNone/>
              <a:defRPr sz="2400">
                <a:latin typeface="Sora"/>
                <a:ea typeface="Sora"/>
                <a:cs typeface="Sora"/>
                <a:sym typeface="Sora"/>
              </a:defRPr>
            </a:lvl4pPr>
            <a:lvl5pPr lvl="4" rtl="0">
              <a:lnSpc>
                <a:spcPct val="100000"/>
              </a:lnSpc>
              <a:spcBef>
                <a:spcPts val="0"/>
              </a:spcBef>
              <a:spcAft>
                <a:spcPts val="0"/>
              </a:spcAft>
              <a:buSzPts val="2400"/>
              <a:buFont typeface="Sora"/>
              <a:buNone/>
              <a:defRPr sz="2400">
                <a:latin typeface="Sora"/>
                <a:ea typeface="Sora"/>
                <a:cs typeface="Sora"/>
                <a:sym typeface="Sora"/>
              </a:defRPr>
            </a:lvl5pPr>
            <a:lvl6pPr lvl="5" rtl="0">
              <a:lnSpc>
                <a:spcPct val="100000"/>
              </a:lnSpc>
              <a:spcBef>
                <a:spcPts val="0"/>
              </a:spcBef>
              <a:spcAft>
                <a:spcPts val="0"/>
              </a:spcAft>
              <a:buSzPts val="2400"/>
              <a:buFont typeface="Sora"/>
              <a:buNone/>
              <a:defRPr sz="2400">
                <a:latin typeface="Sora"/>
                <a:ea typeface="Sora"/>
                <a:cs typeface="Sora"/>
                <a:sym typeface="Sora"/>
              </a:defRPr>
            </a:lvl6pPr>
            <a:lvl7pPr lvl="6" rtl="0">
              <a:lnSpc>
                <a:spcPct val="100000"/>
              </a:lnSpc>
              <a:spcBef>
                <a:spcPts val="0"/>
              </a:spcBef>
              <a:spcAft>
                <a:spcPts val="0"/>
              </a:spcAft>
              <a:buSzPts val="2400"/>
              <a:buFont typeface="Sora"/>
              <a:buNone/>
              <a:defRPr sz="2400">
                <a:latin typeface="Sora"/>
                <a:ea typeface="Sora"/>
                <a:cs typeface="Sora"/>
                <a:sym typeface="Sora"/>
              </a:defRPr>
            </a:lvl7pPr>
            <a:lvl8pPr lvl="7" rtl="0">
              <a:lnSpc>
                <a:spcPct val="100000"/>
              </a:lnSpc>
              <a:spcBef>
                <a:spcPts val="0"/>
              </a:spcBef>
              <a:spcAft>
                <a:spcPts val="0"/>
              </a:spcAft>
              <a:buSzPts val="2400"/>
              <a:buFont typeface="Sora"/>
              <a:buNone/>
              <a:defRPr sz="2400">
                <a:latin typeface="Sora"/>
                <a:ea typeface="Sora"/>
                <a:cs typeface="Sora"/>
                <a:sym typeface="Sora"/>
              </a:defRPr>
            </a:lvl8pPr>
            <a:lvl9pPr lvl="8" rtl="0">
              <a:lnSpc>
                <a:spcPct val="100000"/>
              </a:lnSpc>
              <a:spcBef>
                <a:spcPts val="0"/>
              </a:spcBef>
              <a:spcAft>
                <a:spcPts val="0"/>
              </a:spcAft>
              <a:buSzPts val="2400"/>
              <a:buFont typeface="Sora"/>
              <a:buNone/>
              <a:defRPr sz="2400">
                <a:latin typeface="Sora"/>
                <a:ea typeface="Sora"/>
                <a:cs typeface="Sora"/>
                <a:sym typeface="Sora"/>
              </a:defRPr>
            </a:lvl9pPr>
          </a:lstStyle>
          <a:p>
            <a:endParaRPr/>
          </a:p>
        </p:txBody>
      </p:sp>
      <p:sp>
        <p:nvSpPr>
          <p:cNvPr id="119" name="Google Shape;119;p13"/>
          <p:cNvSpPr txBox="1">
            <a:spLocks noGrp="1"/>
          </p:cNvSpPr>
          <p:nvPr>
            <p:ph type="subTitle" idx="14"/>
          </p:nvPr>
        </p:nvSpPr>
        <p:spPr>
          <a:xfrm>
            <a:off x="3419274" y="3646596"/>
            <a:ext cx="20364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Sora"/>
              <a:buNone/>
              <a:defRPr sz="2000" b="1">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sz="2400">
                <a:latin typeface="Sora"/>
                <a:ea typeface="Sora"/>
                <a:cs typeface="Sora"/>
                <a:sym typeface="Sora"/>
              </a:defRPr>
            </a:lvl2pPr>
            <a:lvl3pPr lvl="2" rtl="0">
              <a:lnSpc>
                <a:spcPct val="100000"/>
              </a:lnSpc>
              <a:spcBef>
                <a:spcPts val="0"/>
              </a:spcBef>
              <a:spcAft>
                <a:spcPts val="0"/>
              </a:spcAft>
              <a:buSzPts val="2400"/>
              <a:buFont typeface="Sora"/>
              <a:buNone/>
              <a:defRPr sz="2400">
                <a:latin typeface="Sora"/>
                <a:ea typeface="Sora"/>
                <a:cs typeface="Sora"/>
                <a:sym typeface="Sora"/>
              </a:defRPr>
            </a:lvl3pPr>
            <a:lvl4pPr lvl="3" rtl="0">
              <a:lnSpc>
                <a:spcPct val="100000"/>
              </a:lnSpc>
              <a:spcBef>
                <a:spcPts val="0"/>
              </a:spcBef>
              <a:spcAft>
                <a:spcPts val="0"/>
              </a:spcAft>
              <a:buSzPts val="2400"/>
              <a:buFont typeface="Sora"/>
              <a:buNone/>
              <a:defRPr sz="2400">
                <a:latin typeface="Sora"/>
                <a:ea typeface="Sora"/>
                <a:cs typeface="Sora"/>
                <a:sym typeface="Sora"/>
              </a:defRPr>
            </a:lvl4pPr>
            <a:lvl5pPr lvl="4" rtl="0">
              <a:lnSpc>
                <a:spcPct val="100000"/>
              </a:lnSpc>
              <a:spcBef>
                <a:spcPts val="0"/>
              </a:spcBef>
              <a:spcAft>
                <a:spcPts val="0"/>
              </a:spcAft>
              <a:buSzPts val="2400"/>
              <a:buFont typeface="Sora"/>
              <a:buNone/>
              <a:defRPr sz="2400">
                <a:latin typeface="Sora"/>
                <a:ea typeface="Sora"/>
                <a:cs typeface="Sora"/>
                <a:sym typeface="Sora"/>
              </a:defRPr>
            </a:lvl5pPr>
            <a:lvl6pPr lvl="5" rtl="0">
              <a:lnSpc>
                <a:spcPct val="100000"/>
              </a:lnSpc>
              <a:spcBef>
                <a:spcPts val="0"/>
              </a:spcBef>
              <a:spcAft>
                <a:spcPts val="0"/>
              </a:spcAft>
              <a:buSzPts val="2400"/>
              <a:buFont typeface="Sora"/>
              <a:buNone/>
              <a:defRPr sz="2400">
                <a:latin typeface="Sora"/>
                <a:ea typeface="Sora"/>
                <a:cs typeface="Sora"/>
                <a:sym typeface="Sora"/>
              </a:defRPr>
            </a:lvl6pPr>
            <a:lvl7pPr lvl="6" rtl="0">
              <a:lnSpc>
                <a:spcPct val="100000"/>
              </a:lnSpc>
              <a:spcBef>
                <a:spcPts val="0"/>
              </a:spcBef>
              <a:spcAft>
                <a:spcPts val="0"/>
              </a:spcAft>
              <a:buSzPts val="2400"/>
              <a:buFont typeface="Sora"/>
              <a:buNone/>
              <a:defRPr sz="2400">
                <a:latin typeface="Sora"/>
                <a:ea typeface="Sora"/>
                <a:cs typeface="Sora"/>
                <a:sym typeface="Sora"/>
              </a:defRPr>
            </a:lvl7pPr>
            <a:lvl8pPr lvl="7" rtl="0">
              <a:lnSpc>
                <a:spcPct val="100000"/>
              </a:lnSpc>
              <a:spcBef>
                <a:spcPts val="0"/>
              </a:spcBef>
              <a:spcAft>
                <a:spcPts val="0"/>
              </a:spcAft>
              <a:buSzPts val="2400"/>
              <a:buFont typeface="Sora"/>
              <a:buNone/>
              <a:defRPr sz="2400">
                <a:latin typeface="Sora"/>
                <a:ea typeface="Sora"/>
                <a:cs typeface="Sora"/>
                <a:sym typeface="Sora"/>
              </a:defRPr>
            </a:lvl8pPr>
            <a:lvl9pPr lvl="8" rtl="0">
              <a:lnSpc>
                <a:spcPct val="100000"/>
              </a:lnSpc>
              <a:spcBef>
                <a:spcPts val="0"/>
              </a:spcBef>
              <a:spcAft>
                <a:spcPts val="0"/>
              </a:spcAft>
              <a:buSzPts val="2400"/>
              <a:buFont typeface="Sora"/>
              <a:buNone/>
              <a:defRPr sz="2400">
                <a:latin typeface="Sora"/>
                <a:ea typeface="Sora"/>
                <a:cs typeface="Sora"/>
                <a:sym typeface="Sora"/>
              </a:defRPr>
            </a:lvl9pPr>
          </a:lstStyle>
          <a:p>
            <a:endParaRPr/>
          </a:p>
        </p:txBody>
      </p:sp>
      <p:sp>
        <p:nvSpPr>
          <p:cNvPr id="120" name="Google Shape;120;p13"/>
          <p:cNvSpPr txBox="1">
            <a:spLocks noGrp="1"/>
          </p:cNvSpPr>
          <p:nvPr>
            <p:ph type="subTitle" idx="15"/>
          </p:nvPr>
        </p:nvSpPr>
        <p:spPr>
          <a:xfrm>
            <a:off x="6118550" y="3646596"/>
            <a:ext cx="20364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Sora"/>
              <a:buNone/>
              <a:defRPr sz="2000" b="1">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sz="2400">
                <a:latin typeface="Sora"/>
                <a:ea typeface="Sora"/>
                <a:cs typeface="Sora"/>
                <a:sym typeface="Sora"/>
              </a:defRPr>
            </a:lvl2pPr>
            <a:lvl3pPr lvl="2" rtl="0">
              <a:lnSpc>
                <a:spcPct val="100000"/>
              </a:lnSpc>
              <a:spcBef>
                <a:spcPts val="0"/>
              </a:spcBef>
              <a:spcAft>
                <a:spcPts val="0"/>
              </a:spcAft>
              <a:buSzPts val="2400"/>
              <a:buFont typeface="Sora"/>
              <a:buNone/>
              <a:defRPr sz="2400">
                <a:latin typeface="Sora"/>
                <a:ea typeface="Sora"/>
                <a:cs typeface="Sora"/>
                <a:sym typeface="Sora"/>
              </a:defRPr>
            </a:lvl3pPr>
            <a:lvl4pPr lvl="3" rtl="0">
              <a:lnSpc>
                <a:spcPct val="100000"/>
              </a:lnSpc>
              <a:spcBef>
                <a:spcPts val="0"/>
              </a:spcBef>
              <a:spcAft>
                <a:spcPts val="0"/>
              </a:spcAft>
              <a:buSzPts val="2400"/>
              <a:buFont typeface="Sora"/>
              <a:buNone/>
              <a:defRPr sz="2400">
                <a:latin typeface="Sora"/>
                <a:ea typeface="Sora"/>
                <a:cs typeface="Sora"/>
                <a:sym typeface="Sora"/>
              </a:defRPr>
            </a:lvl4pPr>
            <a:lvl5pPr lvl="4" rtl="0">
              <a:lnSpc>
                <a:spcPct val="100000"/>
              </a:lnSpc>
              <a:spcBef>
                <a:spcPts val="0"/>
              </a:spcBef>
              <a:spcAft>
                <a:spcPts val="0"/>
              </a:spcAft>
              <a:buSzPts val="2400"/>
              <a:buFont typeface="Sora"/>
              <a:buNone/>
              <a:defRPr sz="2400">
                <a:latin typeface="Sora"/>
                <a:ea typeface="Sora"/>
                <a:cs typeface="Sora"/>
                <a:sym typeface="Sora"/>
              </a:defRPr>
            </a:lvl5pPr>
            <a:lvl6pPr lvl="5" rtl="0">
              <a:lnSpc>
                <a:spcPct val="100000"/>
              </a:lnSpc>
              <a:spcBef>
                <a:spcPts val="0"/>
              </a:spcBef>
              <a:spcAft>
                <a:spcPts val="0"/>
              </a:spcAft>
              <a:buSzPts val="2400"/>
              <a:buFont typeface="Sora"/>
              <a:buNone/>
              <a:defRPr sz="2400">
                <a:latin typeface="Sora"/>
                <a:ea typeface="Sora"/>
                <a:cs typeface="Sora"/>
                <a:sym typeface="Sora"/>
              </a:defRPr>
            </a:lvl6pPr>
            <a:lvl7pPr lvl="6" rtl="0">
              <a:lnSpc>
                <a:spcPct val="100000"/>
              </a:lnSpc>
              <a:spcBef>
                <a:spcPts val="0"/>
              </a:spcBef>
              <a:spcAft>
                <a:spcPts val="0"/>
              </a:spcAft>
              <a:buSzPts val="2400"/>
              <a:buFont typeface="Sora"/>
              <a:buNone/>
              <a:defRPr sz="2400">
                <a:latin typeface="Sora"/>
                <a:ea typeface="Sora"/>
                <a:cs typeface="Sora"/>
                <a:sym typeface="Sora"/>
              </a:defRPr>
            </a:lvl7pPr>
            <a:lvl8pPr lvl="7" rtl="0">
              <a:lnSpc>
                <a:spcPct val="100000"/>
              </a:lnSpc>
              <a:spcBef>
                <a:spcPts val="0"/>
              </a:spcBef>
              <a:spcAft>
                <a:spcPts val="0"/>
              </a:spcAft>
              <a:buSzPts val="2400"/>
              <a:buFont typeface="Sora"/>
              <a:buNone/>
              <a:defRPr sz="2400">
                <a:latin typeface="Sora"/>
                <a:ea typeface="Sora"/>
                <a:cs typeface="Sora"/>
                <a:sym typeface="Sora"/>
              </a:defRPr>
            </a:lvl8pPr>
            <a:lvl9pPr lvl="8" rtl="0">
              <a:lnSpc>
                <a:spcPct val="100000"/>
              </a:lnSpc>
              <a:spcBef>
                <a:spcPts val="0"/>
              </a:spcBef>
              <a:spcAft>
                <a:spcPts val="0"/>
              </a:spcAft>
              <a:buSzPts val="2400"/>
              <a:buFont typeface="Sora"/>
              <a:buNone/>
              <a:defRPr sz="2400">
                <a:latin typeface="Sora"/>
                <a:ea typeface="Sora"/>
                <a:cs typeface="Sora"/>
                <a:sym typeface="Sora"/>
              </a:defRPr>
            </a:lvl9pPr>
          </a:lstStyle>
          <a:p>
            <a:endParaRPr/>
          </a:p>
        </p:txBody>
      </p:sp>
      <p:sp>
        <p:nvSpPr>
          <p:cNvPr id="121" name="Google Shape;121;p13"/>
          <p:cNvSpPr txBox="1">
            <a:spLocks noGrp="1"/>
          </p:cNvSpPr>
          <p:nvPr>
            <p:ph type="subTitle" idx="16"/>
          </p:nvPr>
        </p:nvSpPr>
        <p:spPr>
          <a:xfrm>
            <a:off x="720000" y="2335515"/>
            <a:ext cx="2036400" cy="447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22" name="Google Shape;122;p13"/>
          <p:cNvSpPr txBox="1">
            <a:spLocks noGrp="1"/>
          </p:cNvSpPr>
          <p:nvPr>
            <p:ph type="subTitle" idx="17"/>
          </p:nvPr>
        </p:nvSpPr>
        <p:spPr>
          <a:xfrm>
            <a:off x="3419276" y="2335515"/>
            <a:ext cx="2036400" cy="447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23" name="Google Shape;123;p13"/>
          <p:cNvSpPr txBox="1">
            <a:spLocks noGrp="1"/>
          </p:cNvSpPr>
          <p:nvPr>
            <p:ph type="subTitle" idx="18"/>
          </p:nvPr>
        </p:nvSpPr>
        <p:spPr>
          <a:xfrm>
            <a:off x="720000" y="4015673"/>
            <a:ext cx="2036400" cy="447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24" name="Google Shape;124;p13"/>
          <p:cNvSpPr txBox="1">
            <a:spLocks noGrp="1"/>
          </p:cNvSpPr>
          <p:nvPr>
            <p:ph type="subTitle" idx="19"/>
          </p:nvPr>
        </p:nvSpPr>
        <p:spPr>
          <a:xfrm>
            <a:off x="3419276" y="4015673"/>
            <a:ext cx="2036400" cy="447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25" name="Google Shape;125;p13"/>
          <p:cNvSpPr txBox="1">
            <a:spLocks noGrp="1"/>
          </p:cNvSpPr>
          <p:nvPr>
            <p:ph type="subTitle" idx="20"/>
          </p:nvPr>
        </p:nvSpPr>
        <p:spPr>
          <a:xfrm>
            <a:off x="6118551" y="2335515"/>
            <a:ext cx="2036400" cy="447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26" name="Google Shape;126;p13"/>
          <p:cNvSpPr txBox="1">
            <a:spLocks noGrp="1"/>
          </p:cNvSpPr>
          <p:nvPr>
            <p:ph type="subTitle" idx="21"/>
          </p:nvPr>
        </p:nvSpPr>
        <p:spPr>
          <a:xfrm>
            <a:off x="6118551" y="4015673"/>
            <a:ext cx="2036400" cy="447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grpSp>
        <p:nvGrpSpPr>
          <p:cNvPr id="144" name="Google Shape;144;p13"/>
          <p:cNvGrpSpPr/>
          <p:nvPr/>
        </p:nvGrpSpPr>
        <p:grpSpPr>
          <a:xfrm rot="10800000">
            <a:off x="-156600" y="-121650"/>
            <a:ext cx="9457200" cy="5386800"/>
            <a:chOff x="-156600" y="-121650"/>
            <a:chExt cx="9457200" cy="5386800"/>
          </a:xfrm>
        </p:grpSpPr>
        <p:cxnSp>
          <p:nvCxnSpPr>
            <p:cNvPr id="145" name="Google Shape;145;p13"/>
            <p:cNvCxnSpPr/>
            <p:nvPr/>
          </p:nvCxnSpPr>
          <p:spPr>
            <a:xfrm>
              <a:off x="-156600" y="4816475"/>
              <a:ext cx="9457200" cy="0"/>
            </a:xfrm>
            <a:prstGeom prst="straightConnector1">
              <a:avLst/>
            </a:prstGeom>
            <a:noFill/>
            <a:ln w="9525" cap="flat" cmpd="sng">
              <a:solidFill>
                <a:schemeClr val="accent4"/>
              </a:solidFill>
              <a:prstDash val="solid"/>
              <a:round/>
              <a:headEnd type="none" w="med" len="med"/>
              <a:tailEnd type="none" w="med" len="med"/>
            </a:ln>
          </p:spPr>
        </p:cxnSp>
        <p:cxnSp>
          <p:nvCxnSpPr>
            <p:cNvPr id="146" name="Google Shape;146;p13"/>
            <p:cNvCxnSpPr/>
            <p:nvPr/>
          </p:nvCxnSpPr>
          <p:spPr>
            <a:xfrm rot="10800000">
              <a:off x="8769875" y="-121650"/>
              <a:ext cx="0" cy="5386800"/>
            </a:xfrm>
            <a:prstGeom prst="straightConnector1">
              <a:avLst/>
            </a:prstGeom>
            <a:noFill/>
            <a:ln w="9525" cap="flat" cmpd="sng">
              <a:solidFill>
                <a:schemeClr val="accent4"/>
              </a:solidFill>
              <a:prstDash val="solid"/>
              <a:round/>
              <a:headEnd type="none" w="med" len="med"/>
              <a:tailEnd type="none" w="med" len="med"/>
            </a:ln>
          </p:spPr>
        </p:cxnSp>
      </p:grpSp>
      <p:pic>
        <p:nvPicPr>
          <p:cNvPr id="3" name="Image 2">
            <a:extLst>
              <a:ext uri="{FF2B5EF4-FFF2-40B4-BE49-F238E27FC236}">
                <a16:creationId xmlns:a16="http://schemas.microsoft.com/office/drawing/2014/main" id="{E40F8EBB-BCD7-C722-27AE-43ADDD62DF09}"/>
              </a:ext>
            </a:extLst>
          </p:cNvPr>
          <p:cNvPicPr>
            <a:picLocks noChangeAspect="1"/>
          </p:cNvPicPr>
          <p:nvPr userDrawn="1"/>
        </p:nvPicPr>
        <p:blipFill>
          <a:blip r:embed="rId2"/>
          <a:stretch>
            <a:fillRect/>
          </a:stretch>
        </p:blipFill>
        <p:spPr>
          <a:xfrm>
            <a:off x="8424000" y="4386905"/>
            <a:ext cx="623140" cy="62314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2">
  <p:cSld name="CUSTOM_10_1">
    <p:spTree>
      <p:nvGrpSpPr>
        <p:cNvPr id="1" name="Shape 156"/>
        <p:cNvGrpSpPr/>
        <p:nvPr/>
      </p:nvGrpSpPr>
      <p:grpSpPr>
        <a:xfrm>
          <a:off x="0" y="0"/>
          <a:ext cx="0" cy="0"/>
          <a:chOff x="0" y="0"/>
          <a:chExt cx="0" cy="0"/>
        </a:xfrm>
      </p:grpSpPr>
      <p:sp>
        <p:nvSpPr>
          <p:cNvPr id="157" name="Google Shape;157;p1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158" name="Google Shape;158;p15"/>
          <p:cNvGrpSpPr/>
          <p:nvPr/>
        </p:nvGrpSpPr>
        <p:grpSpPr>
          <a:xfrm rot="10800000">
            <a:off x="-156600" y="-121650"/>
            <a:ext cx="9457200" cy="5386800"/>
            <a:chOff x="-156600" y="-121650"/>
            <a:chExt cx="9457200" cy="5386800"/>
          </a:xfrm>
        </p:grpSpPr>
        <p:cxnSp>
          <p:nvCxnSpPr>
            <p:cNvPr id="159" name="Google Shape;159;p15"/>
            <p:cNvCxnSpPr/>
            <p:nvPr/>
          </p:nvCxnSpPr>
          <p:spPr>
            <a:xfrm>
              <a:off x="-156600" y="4816475"/>
              <a:ext cx="9457200" cy="0"/>
            </a:xfrm>
            <a:prstGeom prst="straightConnector1">
              <a:avLst/>
            </a:prstGeom>
            <a:noFill/>
            <a:ln w="9525" cap="flat" cmpd="sng">
              <a:solidFill>
                <a:schemeClr val="accent4"/>
              </a:solidFill>
              <a:prstDash val="solid"/>
              <a:round/>
              <a:headEnd type="none" w="med" len="med"/>
              <a:tailEnd type="none" w="med" len="med"/>
            </a:ln>
          </p:spPr>
        </p:cxnSp>
        <p:cxnSp>
          <p:nvCxnSpPr>
            <p:cNvPr id="160" name="Google Shape;160;p15"/>
            <p:cNvCxnSpPr/>
            <p:nvPr/>
          </p:nvCxnSpPr>
          <p:spPr>
            <a:xfrm rot="10800000">
              <a:off x="8769875" y="-121650"/>
              <a:ext cx="0" cy="5386800"/>
            </a:xfrm>
            <a:prstGeom prst="straightConnector1">
              <a:avLst/>
            </a:prstGeom>
            <a:noFill/>
            <a:ln w="9525" cap="flat" cmpd="sng">
              <a:solidFill>
                <a:schemeClr val="accent4"/>
              </a:solidFill>
              <a:prstDash val="solid"/>
              <a:round/>
              <a:headEnd type="none" w="med" len="med"/>
              <a:tailEnd type="none" w="med" len="med"/>
            </a:ln>
          </p:spPr>
        </p:cxnSp>
      </p:grpSp>
      <p:pic>
        <p:nvPicPr>
          <p:cNvPr id="2" name="Image 1">
            <a:extLst>
              <a:ext uri="{FF2B5EF4-FFF2-40B4-BE49-F238E27FC236}">
                <a16:creationId xmlns:a16="http://schemas.microsoft.com/office/drawing/2014/main" id="{32D2DFDE-E33A-53EF-EEA5-605BE6CE07D4}"/>
              </a:ext>
            </a:extLst>
          </p:cNvPr>
          <p:cNvPicPr>
            <a:picLocks noChangeAspect="1"/>
          </p:cNvPicPr>
          <p:nvPr userDrawn="1"/>
        </p:nvPicPr>
        <p:blipFill>
          <a:blip r:embed="rId2"/>
          <a:stretch>
            <a:fillRect/>
          </a:stretch>
        </p:blipFill>
        <p:spPr>
          <a:xfrm>
            <a:off x="8474859" y="4445738"/>
            <a:ext cx="669141" cy="669141"/>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3">
  <p:cSld name="CUSTOM_10_1_1">
    <p:spTree>
      <p:nvGrpSpPr>
        <p:cNvPr id="1" name="Shape 165"/>
        <p:cNvGrpSpPr/>
        <p:nvPr/>
      </p:nvGrpSpPr>
      <p:grpSpPr>
        <a:xfrm>
          <a:off x="0" y="0"/>
          <a:ext cx="0" cy="0"/>
          <a:chOff x="0" y="0"/>
          <a:chExt cx="0" cy="0"/>
        </a:xfrm>
      </p:grpSpPr>
      <p:sp>
        <p:nvSpPr>
          <p:cNvPr id="166" name="Google Shape;166;p1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167" name="Google Shape;167;p16"/>
          <p:cNvGrpSpPr/>
          <p:nvPr/>
        </p:nvGrpSpPr>
        <p:grpSpPr>
          <a:xfrm rot="10800000" flipH="1">
            <a:off x="-156600" y="-121650"/>
            <a:ext cx="9457200" cy="5386800"/>
            <a:chOff x="-156600" y="-121650"/>
            <a:chExt cx="9457200" cy="5386800"/>
          </a:xfrm>
        </p:grpSpPr>
        <p:cxnSp>
          <p:nvCxnSpPr>
            <p:cNvPr id="168" name="Google Shape;168;p16"/>
            <p:cNvCxnSpPr/>
            <p:nvPr/>
          </p:nvCxnSpPr>
          <p:spPr>
            <a:xfrm>
              <a:off x="-156600" y="4816475"/>
              <a:ext cx="9457200" cy="0"/>
            </a:xfrm>
            <a:prstGeom prst="straightConnector1">
              <a:avLst/>
            </a:prstGeom>
            <a:noFill/>
            <a:ln w="9525" cap="flat" cmpd="sng">
              <a:solidFill>
                <a:schemeClr val="accent4"/>
              </a:solidFill>
              <a:prstDash val="solid"/>
              <a:round/>
              <a:headEnd type="none" w="med" len="med"/>
              <a:tailEnd type="none" w="med" len="med"/>
            </a:ln>
          </p:spPr>
        </p:cxnSp>
        <p:cxnSp>
          <p:nvCxnSpPr>
            <p:cNvPr id="169" name="Google Shape;169;p16"/>
            <p:cNvCxnSpPr/>
            <p:nvPr/>
          </p:nvCxnSpPr>
          <p:spPr>
            <a:xfrm rot="10800000">
              <a:off x="8769875" y="-121650"/>
              <a:ext cx="0" cy="5386800"/>
            </a:xfrm>
            <a:prstGeom prst="straightConnector1">
              <a:avLst/>
            </a:prstGeom>
            <a:noFill/>
            <a:ln w="9525" cap="flat" cmpd="sng">
              <a:solidFill>
                <a:schemeClr val="accent4"/>
              </a:solidFill>
              <a:prstDash val="solid"/>
              <a:round/>
              <a:headEnd type="none" w="med" len="med"/>
              <a:tailEnd type="none" w="med" len="med"/>
            </a:ln>
          </p:spPr>
        </p:cxnSp>
      </p:grpSp>
      <p:pic>
        <p:nvPicPr>
          <p:cNvPr id="2" name="Image 1">
            <a:extLst>
              <a:ext uri="{FF2B5EF4-FFF2-40B4-BE49-F238E27FC236}">
                <a16:creationId xmlns:a16="http://schemas.microsoft.com/office/drawing/2014/main" id="{6F2614EF-4B3C-5FEF-677E-1A133D006D64}"/>
              </a:ext>
            </a:extLst>
          </p:cNvPr>
          <p:cNvPicPr>
            <a:picLocks noChangeAspect="1"/>
          </p:cNvPicPr>
          <p:nvPr userDrawn="1"/>
        </p:nvPicPr>
        <p:blipFill>
          <a:blip r:embed="rId2"/>
          <a:stretch>
            <a:fillRect/>
          </a:stretch>
        </p:blipFill>
        <p:spPr>
          <a:xfrm>
            <a:off x="14124" y="4355941"/>
            <a:ext cx="719999" cy="719999"/>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252"/>
        <p:cNvGrpSpPr/>
        <p:nvPr/>
      </p:nvGrpSpPr>
      <p:grpSpPr>
        <a:xfrm>
          <a:off x="0" y="0"/>
          <a:ext cx="0" cy="0"/>
          <a:chOff x="0" y="0"/>
          <a:chExt cx="0" cy="0"/>
        </a:xfrm>
      </p:grpSpPr>
      <p:sp>
        <p:nvSpPr>
          <p:cNvPr id="253" name="Google Shape;253;p2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54" name="Google Shape;254;p23"/>
          <p:cNvSpPr txBox="1">
            <a:spLocks noGrp="1"/>
          </p:cNvSpPr>
          <p:nvPr>
            <p:ph type="subTitle" idx="1"/>
          </p:nvPr>
        </p:nvSpPr>
        <p:spPr>
          <a:xfrm>
            <a:off x="4923075" y="2596125"/>
            <a:ext cx="2460900" cy="16215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55" name="Google Shape;255;p23"/>
          <p:cNvSpPr txBox="1">
            <a:spLocks noGrp="1"/>
          </p:cNvSpPr>
          <p:nvPr>
            <p:ph type="subTitle" idx="2"/>
          </p:nvPr>
        </p:nvSpPr>
        <p:spPr>
          <a:xfrm>
            <a:off x="1580900" y="2596125"/>
            <a:ext cx="2460900" cy="16215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56" name="Google Shape;256;p23"/>
          <p:cNvSpPr txBox="1">
            <a:spLocks noGrp="1"/>
          </p:cNvSpPr>
          <p:nvPr>
            <p:ph type="subTitle" idx="3"/>
          </p:nvPr>
        </p:nvSpPr>
        <p:spPr>
          <a:xfrm>
            <a:off x="1580901" y="2037225"/>
            <a:ext cx="2460900" cy="5589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Sora"/>
              <a:buNone/>
              <a:defRPr sz="20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2400">
                <a:latin typeface="Sora"/>
                <a:ea typeface="Sora"/>
                <a:cs typeface="Sora"/>
                <a:sym typeface="Sora"/>
              </a:defRPr>
            </a:lvl2pPr>
            <a:lvl3pPr lvl="2" algn="ctr" rtl="0">
              <a:lnSpc>
                <a:spcPct val="100000"/>
              </a:lnSpc>
              <a:spcBef>
                <a:spcPts val="0"/>
              </a:spcBef>
              <a:spcAft>
                <a:spcPts val="0"/>
              </a:spcAft>
              <a:buSzPts val="2400"/>
              <a:buFont typeface="Sora"/>
              <a:buNone/>
              <a:defRPr sz="2400">
                <a:latin typeface="Sora"/>
                <a:ea typeface="Sora"/>
                <a:cs typeface="Sora"/>
                <a:sym typeface="Sora"/>
              </a:defRPr>
            </a:lvl3pPr>
            <a:lvl4pPr lvl="3" algn="ctr" rtl="0">
              <a:lnSpc>
                <a:spcPct val="100000"/>
              </a:lnSpc>
              <a:spcBef>
                <a:spcPts val="0"/>
              </a:spcBef>
              <a:spcAft>
                <a:spcPts val="0"/>
              </a:spcAft>
              <a:buSzPts val="2400"/>
              <a:buFont typeface="Sora"/>
              <a:buNone/>
              <a:defRPr sz="2400">
                <a:latin typeface="Sora"/>
                <a:ea typeface="Sora"/>
                <a:cs typeface="Sora"/>
                <a:sym typeface="Sora"/>
              </a:defRPr>
            </a:lvl4pPr>
            <a:lvl5pPr lvl="4" algn="ctr" rtl="0">
              <a:lnSpc>
                <a:spcPct val="100000"/>
              </a:lnSpc>
              <a:spcBef>
                <a:spcPts val="0"/>
              </a:spcBef>
              <a:spcAft>
                <a:spcPts val="0"/>
              </a:spcAft>
              <a:buSzPts val="2400"/>
              <a:buFont typeface="Sora"/>
              <a:buNone/>
              <a:defRPr sz="2400">
                <a:latin typeface="Sora"/>
                <a:ea typeface="Sora"/>
                <a:cs typeface="Sora"/>
                <a:sym typeface="Sora"/>
              </a:defRPr>
            </a:lvl5pPr>
            <a:lvl6pPr lvl="5" algn="ctr" rtl="0">
              <a:lnSpc>
                <a:spcPct val="100000"/>
              </a:lnSpc>
              <a:spcBef>
                <a:spcPts val="0"/>
              </a:spcBef>
              <a:spcAft>
                <a:spcPts val="0"/>
              </a:spcAft>
              <a:buSzPts val="2400"/>
              <a:buFont typeface="Sora"/>
              <a:buNone/>
              <a:defRPr sz="2400">
                <a:latin typeface="Sora"/>
                <a:ea typeface="Sora"/>
                <a:cs typeface="Sora"/>
                <a:sym typeface="Sora"/>
              </a:defRPr>
            </a:lvl6pPr>
            <a:lvl7pPr lvl="6" algn="ctr" rtl="0">
              <a:lnSpc>
                <a:spcPct val="100000"/>
              </a:lnSpc>
              <a:spcBef>
                <a:spcPts val="0"/>
              </a:spcBef>
              <a:spcAft>
                <a:spcPts val="0"/>
              </a:spcAft>
              <a:buSzPts val="2400"/>
              <a:buFont typeface="Sora"/>
              <a:buNone/>
              <a:defRPr sz="2400">
                <a:latin typeface="Sora"/>
                <a:ea typeface="Sora"/>
                <a:cs typeface="Sora"/>
                <a:sym typeface="Sora"/>
              </a:defRPr>
            </a:lvl7pPr>
            <a:lvl8pPr lvl="7" algn="ctr" rtl="0">
              <a:lnSpc>
                <a:spcPct val="100000"/>
              </a:lnSpc>
              <a:spcBef>
                <a:spcPts val="0"/>
              </a:spcBef>
              <a:spcAft>
                <a:spcPts val="0"/>
              </a:spcAft>
              <a:buSzPts val="2400"/>
              <a:buFont typeface="Sora"/>
              <a:buNone/>
              <a:defRPr sz="2400">
                <a:latin typeface="Sora"/>
                <a:ea typeface="Sora"/>
                <a:cs typeface="Sora"/>
                <a:sym typeface="Sora"/>
              </a:defRPr>
            </a:lvl8pPr>
            <a:lvl9pPr lvl="8" algn="ctr" rtl="0">
              <a:lnSpc>
                <a:spcPct val="100000"/>
              </a:lnSpc>
              <a:spcBef>
                <a:spcPts val="0"/>
              </a:spcBef>
              <a:spcAft>
                <a:spcPts val="0"/>
              </a:spcAft>
              <a:buSzPts val="2400"/>
              <a:buFont typeface="Sora"/>
              <a:buNone/>
              <a:defRPr sz="2400">
                <a:latin typeface="Sora"/>
                <a:ea typeface="Sora"/>
                <a:cs typeface="Sora"/>
                <a:sym typeface="Sora"/>
              </a:defRPr>
            </a:lvl9pPr>
          </a:lstStyle>
          <a:p>
            <a:endParaRPr/>
          </a:p>
        </p:txBody>
      </p:sp>
      <p:sp>
        <p:nvSpPr>
          <p:cNvPr id="257" name="Google Shape;257;p23"/>
          <p:cNvSpPr txBox="1">
            <a:spLocks noGrp="1"/>
          </p:cNvSpPr>
          <p:nvPr>
            <p:ph type="subTitle" idx="4"/>
          </p:nvPr>
        </p:nvSpPr>
        <p:spPr>
          <a:xfrm>
            <a:off x="4923099" y="2037225"/>
            <a:ext cx="2460900" cy="5589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Sora"/>
              <a:buNone/>
              <a:defRPr sz="20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2400">
                <a:latin typeface="Sora"/>
                <a:ea typeface="Sora"/>
                <a:cs typeface="Sora"/>
                <a:sym typeface="Sora"/>
              </a:defRPr>
            </a:lvl2pPr>
            <a:lvl3pPr lvl="2" algn="ctr" rtl="0">
              <a:lnSpc>
                <a:spcPct val="100000"/>
              </a:lnSpc>
              <a:spcBef>
                <a:spcPts val="0"/>
              </a:spcBef>
              <a:spcAft>
                <a:spcPts val="0"/>
              </a:spcAft>
              <a:buSzPts val="2400"/>
              <a:buFont typeface="Sora"/>
              <a:buNone/>
              <a:defRPr sz="2400">
                <a:latin typeface="Sora"/>
                <a:ea typeface="Sora"/>
                <a:cs typeface="Sora"/>
                <a:sym typeface="Sora"/>
              </a:defRPr>
            </a:lvl3pPr>
            <a:lvl4pPr lvl="3" algn="ctr" rtl="0">
              <a:lnSpc>
                <a:spcPct val="100000"/>
              </a:lnSpc>
              <a:spcBef>
                <a:spcPts val="0"/>
              </a:spcBef>
              <a:spcAft>
                <a:spcPts val="0"/>
              </a:spcAft>
              <a:buSzPts val="2400"/>
              <a:buFont typeface="Sora"/>
              <a:buNone/>
              <a:defRPr sz="2400">
                <a:latin typeface="Sora"/>
                <a:ea typeface="Sora"/>
                <a:cs typeface="Sora"/>
                <a:sym typeface="Sora"/>
              </a:defRPr>
            </a:lvl4pPr>
            <a:lvl5pPr lvl="4" algn="ctr" rtl="0">
              <a:lnSpc>
                <a:spcPct val="100000"/>
              </a:lnSpc>
              <a:spcBef>
                <a:spcPts val="0"/>
              </a:spcBef>
              <a:spcAft>
                <a:spcPts val="0"/>
              </a:spcAft>
              <a:buSzPts val="2400"/>
              <a:buFont typeface="Sora"/>
              <a:buNone/>
              <a:defRPr sz="2400">
                <a:latin typeface="Sora"/>
                <a:ea typeface="Sora"/>
                <a:cs typeface="Sora"/>
                <a:sym typeface="Sora"/>
              </a:defRPr>
            </a:lvl5pPr>
            <a:lvl6pPr lvl="5" algn="ctr" rtl="0">
              <a:lnSpc>
                <a:spcPct val="100000"/>
              </a:lnSpc>
              <a:spcBef>
                <a:spcPts val="0"/>
              </a:spcBef>
              <a:spcAft>
                <a:spcPts val="0"/>
              </a:spcAft>
              <a:buSzPts val="2400"/>
              <a:buFont typeface="Sora"/>
              <a:buNone/>
              <a:defRPr sz="2400">
                <a:latin typeface="Sora"/>
                <a:ea typeface="Sora"/>
                <a:cs typeface="Sora"/>
                <a:sym typeface="Sora"/>
              </a:defRPr>
            </a:lvl6pPr>
            <a:lvl7pPr lvl="6" algn="ctr" rtl="0">
              <a:lnSpc>
                <a:spcPct val="100000"/>
              </a:lnSpc>
              <a:spcBef>
                <a:spcPts val="0"/>
              </a:spcBef>
              <a:spcAft>
                <a:spcPts val="0"/>
              </a:spcAft>
              <a:buSzPts val="2400"/>
              <a:buFont typeface="Sora"/>
              <a:buNone/>
              <a:defRPr sz="2400">
                <a:latin typeface="Sora"/>
                <a:ea typeface="Sora"/>
                <a:cs typeface="Sora"/>
                <a:sym typeface="Sora"/>
              </a:defRPr>
            </a:lvl7pPr>
            <a:lvl8pPr lvl="7" algn="ctr" rtl="0">
              <a:lnSpc>
                <a:spcPct val="100000"/>
              </a:lnSpc>
              <a:spcBef>
                <a:spcPts val="0"/>
              </a:spcBef>
              <a:spcAft>
                <a:spcPts val="0"/>
              </a:spcAft>
              <a:buSzPts val="2400"/>
              <a:buFont typeface="Sora"/>
              <a:buNone/>
              <a:defRPr sz="2400">
                <a:latin typeface="Sora"/>
                <a:ea typeface="Sora"/>
                <a:cs typeface="Sora"/>
                <a:sym typeface="Sora"/>
              </a:defRPr>
            </a:lvl8pPr>
            <a:lvl9pPr lvl="8" algn="ctr" rtl="0">
              <a:lnSpc>
                <a:spcPct val="100000"/>
              </a:lnSpc>
              <a:spcBef>
                <a:spcPts val="0"/>
              </a:spcBef>
              <a:spcAft>
                <a:spcPts val="0"/>
              </a:spcAft>
              <a:buSzPts val="2400"/>
              <a:buFont typeface="Sora"/>
              <a:buNone/>
              <a:defRPr sz="2400">
                <a:latin typeface="Sora"/>
                <a:ea typeface="Sora"/>
                <a:cs typeface="Sora"/>
                <a:sym typeface="Sora"/>
              </a:defRPr>
            </a:lvl9pPr>
          </a:lstStyle>
          <a:p>
            <a:endParaRPr/>
          </a:p>
        </p:txBody>
      </p:sp>
      <p:grpSp>
        <p:nvGrpSpPr>
          <p:cNvPr id="275" name="Google Shape;275;p23"/>
          <p:cNvGrpSpPr/>
          <p:nvPr/>
        </p:nvGrpSpPr>
        <p:grpSpPr>
          <a:xfrm rot="10800000">
            <a:off x="-156600" y="-121650"/>
            <a:ext cx="9457200" cy="5386800"/>
            <a:chOff x="-156600" y="-121650"/>
            <a:chExt cx="9457200" cy="5386800"/>
          </a:xfrm>
        </p:grpSpPr>
        <p:cxnSp>
          <p:nvCxnSpPr>
            <p:cNvPr id="276" name="Google Shape;276;p23"/>
            <p:cNvCxnSpPr/>
            <p:nvPr/>
          </p:nvCxnSpPr>
          <p:spPr>
            <a:xfrm>
              <a:off x="-156600" y="4816475"/>
              <a:ext cx="9457200" cy="0"/>
            </a:xfrm>
            <a:prstGeom prst="straightConnector1">
              <a:avLst/>
            </a:prstGeom>
            <a:noFill/>
            <a:ln w="9525" cap="flat" cmpd="sng">
              <a:solidFill>
                <a:schemeClr val="accent4"/>
              </a:solidFill>
              <a:prstDash val="solid"/>
              <a:round/>
              <a:headEnd type="none" w="med" len="med"/>
              <a:tailEnd type="none" w="med" len="med"/>
            </a:ln>
          </p:spPr>
        </p:cxnSp>
        <p:cxnSp>
          <p:nvCxnSpPr>
            <p:cNvPr id="277" name="Google Shape;277;p23"/>
            <p:cNvCxnSpPr/>
            <p:nvPr/>
          </p:nvCxnSpPr>
          <p:spPr>
            <a:xfrm rot="10800000">
              <a:off x="8769875" y="-121650"/>
              <a:ext cx="0" cy="5386800"/>
            </a:xfrm>
            <a:prstGeom prst="straightConnector1">
              <a:avLst/>
            </a:prstGeom>
            <a:noFill/>
            <a:ln w="9525" cap="flat" cmpd="sng">
              <a:solidFill>
                <a:schemeClr val="accent4"/>
              </a:solidFill>
              <a:prstDash val="solid"/>
              <a:round/>
              <a:headEnd type="none" w="med" len="med"/>
              <a:tailEnd type="none" w="med" len="med"/>
            </a:ln>
          </p:spPr>
        </p:cxnSp>
      </p:grpSp>
      <p:pic>
        <p:nvPicPr>
          <p:cNvPr id="2" name="Image 1">
            <a:extLst>
              <a:ext uri="{FF2B5EF4-FFF2-40B4-BE49-F238E27FC236}">
                <a16:creationId xmlns:a16="http://schemas.microsoft.com/office/drawing/2014/main" id="{6F2E46E6-1061-09E4-02E0-0F2B5B14C0DD}"/>
              </a:ext>
            </a:extLst>
          </p:cNvPr>
          <p:cNvPicPr>
            <a:picLocks noChangeAspect="1"/>
          </p:cNvPicPr>
          <p:nvPr userDrawn="1"/>
        </p:nvPicPr>
        <p:blipFill>
          <a:blip r:embed="rId2"/>
          <a:stretch>
            <a:fillRect/>
          </a:stretch>
        </p:blipFill>
        <p:spPr>
          <a:xfrm>
            <a:off x="8424000" y="4386905"/>
            <a:ext cx="623140" cy="62314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301"/>
        <p:cNvGrpSpPr/>
        <p:nvPr/>
      </p:nvGrpSpPr>
      <p:grpSpPr>
        <a:xfrm>
          <a:off x="0" y="0"/>
          <a:ext cx="0" cy="0"/>
          <a:chOff x="0" y="0"/>
          <a:chExt cx="0" cy="0"/>
        </a:xfrm>
      </p:grpSpPr>
      <p:sp>
        <p:nvSpPr>
          <p:cNvPr id="302" name="Google Shape;302;p2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03" name="Google Shape;303;p26"/>
          <p:cNvSpPr txBox="1">
            <a:spLocks noGrp="1"/>
          </p:cNvSpPr>
          <p:nvPr>
            <p:ph type="subTitle" idx="1"/>
          </p:nvPr>
        </p:nvSpPr>
        <p:spPr>
          <a:xfrm>
            <a:off x="937625" y="2769727"/>
            <a:ext cx="2175300" cy="1513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04" name="Google Shape;304;p26"/>
          <p:cNvSpPr txBox="1">
            <a:spLocks noGrp="1"/>
          </p:cNvSpPr>
          <p:nvPr>
            <p:ph type="subTitle" idx="2"/>
          </p:nvPr>
        </p:nvSpPr>
        <p:spPr>
          <a:xfrm>
            <a:off x="3484350" y="2769727"/>
            <a:ext cx="2175300" cy="1513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05" name="Google Shape;305;p26"/>
          <p:cNvSpPr txBox="1">
            <a:spLocks noGrp="1"/>
          </p:cNvSpPr>
          <p:nvPr>
            <p:ph type="subTitle" idx="3"/>
          </p:nvPr>
        </p:nvSpPr>
        <p:spPr>
          <a:xfrm>
            <a:off x="6031075" y="2769727"/>
            <a:ext cx="2175300" cy="1513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06" name="Google Shape;306;p26"/>
          <p:cNvSpPr txBox="1">
            <a:spLocks noGrp="1"/>
          </p:cNvSpPr>
          <p:nvPr>
            <p:ph type="subTitle" idx="4"/>
          </p:nvPr>
        </p:nvSpPr>
        <p:spPr>
          <a:xfrm>
            <a:off x="937625" y="2308850"/>
            <a:ext cx="2175300" cy="460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20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2400">
                <a:latin typeface="Sora"/>
                <a:ea typeface="Sora"/>
                <a:cs typeface="Sora"/>
                <a:sym typeface="Sora"/>
              </a:defRPr>
            </a:lvl2pPr>
            <a:lvl3pPr lvl="2" algn="ctr" rtl="0">
              <a:lnSpc>
                <a:spcPct val="100000"/>
              </a:lnSpc>
              <a:spcBef>
                <a:spcPts val="0"/>
              </a:spcBef>
              <a:spcAft>
                <a:spcPts val="0"/>
              </a:spcAft>
              <a:buSzPts val="2400"/>
              <a:buFont typeface="Sora"/>
              <a:buNone/>
              <a:defRPr sz="2400">
                <a:latin typeface="Sora"/>
                <a:ea typeface="Sora"/>
                <a:cs typeface="Sora"/>
                <a:sym typeface="Sora"/>
              </a:defRPr>
            </a:lvl3pPr>
            <a:lvl4pPr lvl="3" algn="ctr" rtl="0">
              <a:lnSpc>
                <a:spcPct val="100000"/>
              </a:lnSpc>
              <a:spcBef>
                <a:spcPts val="0"/>
              </a:spcBef>
              <a:spcAft>
                <a:spcPts val="0"/>
              </a:spcAft>
              <a:buSzPts val="2400"/>
              <a:buFont typeface="Sora"/>
              <a:buNone/>
              <a:defRPr sz="2400">
                <a:latin typeface="Sora"/>
                <a:ea typeface="Sora"/>
                <a:cs typeface="Sora"/>
                <a:sym typeface="Sora"/>
              </a:defRPr>
            </a:lvl4pPr>
            <a:lvl5pPr lvl="4" algn="ctr" rtl="0">
              <a:lnSpc>
                <a:spcPct val="100000"/>
              </a:lnSpc>
              <a:spcBef>
                <a:spcPts val="0"/>
              </a:spcBef>
              <a:spcAft>
                <a:spcPts val="0"/>
              </a:spcAft>
              <a:buSzPts val="2400"/>
              <a:buFont typeface="Sora"/>
              <a:buNone/>
              <a:defRPr sz="2400">
                <a:latin typeface="Sora"/>
                <a:ea typeface="Sora"/>
                <a:cs typeface="Sora"/>
                <a:sym typeface="Sora"/>
              </a:defRPr>
            </a:lvl5pPr>
            <a:lvl6pPr lvl="5" algn="ctr" rtl="0">
              <a:lnSpc>
                <a:spcPct val="100000"/>
              </a:lnSpc>
              <a:spcBef>
                <a:spcPts val="0"/>
              </a:spcBef>
              <a:spcAft>
                <a:spcPts val="0"/>
              </a:spcAft>
              <a:buSzPts val="2400"/>
              <a:buFont typeface="Sora"/>
              <a:buNone/>
              <a:defRPr sz="2400">
                <a:latin typeface="Sora"/>
                <a:ea typeface="Sora"/>
                <a:cs typeface="Sora"/>
                <a:sym typeface="Sora"/>
              </a:defRPr>
            </a:lvl6pPr>
            <a:lvl7pPr lvl="6" algn="ctr" rtl="0">
              <a:lnSpc>
                <a:spcPct val="100000"/>
              </a:lnSpc>
              <a:spcBef>
                <a:spcPts val="0"/>
              </a:spcBef>
              <a:spcAft>
                <a:spcPts val="0"/>
              </a:spcAft>
              <a:buSzPts val="2400"/>
              <a:buFont typeface="Sora"/>
              <a:buNone/>
              <a:defRPr sz="2400">
                <a:latin typeface="Sora"/>
                <a:ea typeface="Sora"/>
                <a:cs typeface="Sora"/>
                <a:sym typeface="Sora"/>
              </a:defRPr>
            </a:lvl7pPr>
            <a:lvl8pPr lvl="7" algn="ctr" rtl="0">
              <a:lnSpc>
                <a:spcPct val="100000"/>
              </a:lnSpc>
              <a:spcBef>
                <a:spcPts val="0"/>
              </a:spcBef>
              <a:spcAft>
                <a:spcPts val="0"/>
              </a:spcAft>
              <a:buSzPts val="2400"/>
              <a:buFont typeface="Sora"/>
              <a:buNone/>
              <a:defRPr sz="2400">
                <a:latin typeface="Sora"/>
                <a:ea typeface="Sora"/>
                <a:cs typeface="Sora"/>
                <a:sym typeface="Sora"/>
              </a:defRPr>
            </a:lvl8pPr>
            <a:lvl9pPr lvl="8" algn="ctr" rtl="0">
              <a:lnSpc>
                <a:spcPct val="100000"/>
              </a:lnSpc>
              <a:spcBef>
                <a:spcPts val="0"/>
              </a:spcBef>
              <a:spcAft>
                <a:spcPts val="0"/>
              </a:spcAft>
              <a:buSzPts val="2400"/>
              <a:buFont typeface="Sora"/>
              <a:buNone/>
              <a:defRPr sz="2400">
                <a:latin typeface="Sora"/>
                <a:ea typeface="Sora"/>
                <a:cs typeface="Sora"/>
                <a:sym typeface="Sora"/>
              </a:defRPr>
            </a:lvl9pPr>
          </a:lstStyle>
          <a:p>
            <a:endParaRPr/>
          </a:p>
        </p:txBody>
      </p:sp>
      <p:sp>
        <p:nvSpPr>
          <p:cNvPr id="307" name="Google Shape;307;p26"/>
          <p:cNvSpPr txBox="1">
            <a:spLocks noGrp="1"/>
          </p:cNvSpPr>
          <p:nvPr>
            <p:ph type="subTitle" idx="5"/>
          </p:nvPr>
        </p:nvSpPr>
        <p:spPr>
          <a:xfrm>
            <a:off x="3484350" y="2308850"/>
            <a:ext cx="2175300" cy="460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20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2400">
                <a:latin typeface="Sora"/>
                <a:ea typeface="Sora"/>
                <a:cs typeface="Sora"/>
                <a:sym typeface="Sora"/>
              </a:defRPr>
            </a:lvl2pPr>
            <a:lvl3pPr lvl="2" algn="ctr" rtl="0">
              <a:lnSpc>
                <a:spcPct val="100000"/>
              </a:lnSpc>
              <a:spcBef>
                <a:spcPts val="0"/>
              </a:spcBef>
              <a:spcAft>
                <a:spcPts val="0"/>
              </a:spcAft>
              <a:buSzPts val="2400"/>
              <a:buFont typeface="Sora"/>
              <a:buNone/>
              <a:defRPr sz="2400">
                <a:latin typeface="Sora"/>
                <a:ea typeface="Sora"/>
                <a:cs typeface="Sora"/>
                <a:sym typeface="Sora"/>
              </a:defRPr>
            </a:lvl3pPr>
            <a:lvl4pPr lvl="3" algn="ctr" rtl="0">
              <a:lnSpc>
                <a:spcPct val="100000"/>
              </a:lnSpc>
              <a:spcBef>
                <a:spcPts val="0"/>
              </a:spcBef>
              <a:spcAft>
                <a:spcPts val="0"/>
              </a:spcAft>
              <a:buSzPts val="2400"/>
              <a:buFont typeface="Sora"/>
              <a:buNone/>
              <a:defRPr sz="2400">
                <a:latin typeface="Sora"/>
                <a:ea typeface="Sora"/>
                <a:cs typeface="Sora"/>
                <a:sym typeface="Sora"/>
              </a:defRPr>
            </a:lvl4pPr>
            <a:lvl5pPr lvl="4" algn="ctr" rtl="0">
              <a:lnSpc>
                <a:spcPct val="100000"/>
              </a:lnSpc>
              <a:spcBef>
                <a:spcPts val="0"/>
              </a:spcBef>
              <a:spcAft>
                <a:spcPts val="0"/>
              </a:spcAft>
              <a:buSzPts val="2400"/>
              <a:buFont typeface="Sora"/>
              <a:buNone/>
              <a:defRPr sz="2400">
                <a:latin typeface="Sora"/>
                <a:ea typeface="Sora"/>
                <a:cs typeface="Sora"/>
                <a:sym typeface="Sora"/>
              </a:defRPr>
            </a:lvl5pPr>
            <a:lvl6pPr lvl="5" algn="ctr" rtl="0">
              <a:lnSpc>
                <a:spcPct val="100000"/>
              </a:lnSpc>
              <a:spcBef>
                <a:spcPts val="0"/>
              </a:spcBef>
              <a:spcAft>
                <a:spcPts val="0"/>
              </a:spcAft>
              <a:buSzPts val="2400"/>
              <a:buFont typeface="Sora"/>
              <a:buNone/>
              <a:defRPr sz="2400">
                <a:latin typeface="Sora"/>
                <a:ea typeface="Sora"/>
                <a:cs typeface="Sora"/>
                <a:sym typeface="Sora"/>
              </a:defRPr>
            </a:lvl6pPr>
            <a:lvl7pPr lvl="6" algn="ctr" rtl="0">
              <a:lnSpc>
                <a:spcPct val="100000"/>
              </a:lnSpc>
              <a:spcBef>
                <a:spcPts val="0"/>
              </a:spcBef>
              <a:spcAft>
                <a:spcPts val="0"/>
              </a:spcAft>
              <a:buSzPts val="2400"/>
              <a:buFont typeface="Sora"/>
              <a:buNone/>
              <a:defRPr sz="2400">
                <a:latin typeface="Sora"/>
                <a:ea typeface="Sora"/>
                <a:cs typeface="Sora"/>
                <a:sym typeface="Sora"/>
              </a:defRPr>
            </a:lvl7pPr>
            <a:lvl8pPr lvl="7" algn="ctr" rtl="0">
              <a:lnSpc>
                <a:spcPct val="100000"/>
              </a:lnSpc>
              <a:spcBef>
                <a:spcPts val="0"/>
              </a:spcBef>
              <a:spcAft>
                <a:spcPts val="0"/>
              </a:spcAft>
              <a:buSzPts val="2400"/>
              <a:buFont typeface="Sora"/>
              <a:buNone/>
              <a:defRPr sz="2400">
                <a:latin typeface="Sora"/>
                <a:ea typeface="Sora"/>
                <a:cs typeface="Sora"/>
                <a:sym typeface="Sora"/>
              </a:defRPr>
            </a:lvl8pPr>
            <a:lvl9pPr lvl="8" algn="ctr" rtl="0">
              <a:lnSpc>
                <a:spcPct val="100000"/>
              </a:lnSpc>
              <a:spcBef>
                <a:spcPts val="0"/>
              </a:spcBef>
              <a:spcAft>
                <a:spcPts val="0"/>
              </a:spcAft>
              <a:buSzPts val="2400"/>
              <a:buFont typeface="Sora"/>
              <a:buNone/>
              <a:defRPr sz="2400">
                <a:latin typeface="Sora"/>
                <a:ea typeface="Sora"/>
                <a:cs typeface="Sora"/>
                <a:sym typeface="Sora"/>
              </a:defRPr>
            </a:lvl9pPr>
          </a:lstStyle>
          <a:p>
            <a:endParaRPr/>
          </a:p>
        </p:txBody>
      </p:sp>
      <p:sp>
        <p:nvSpPr>
          <p:cNvPr id="308" name="Google Shape;308;p26"/>
          <p:cNvSpPr txBox="1">
            <a:spLocks noGrp="1"/>
          </p:cNvSpPr>
          <p:nvPr>
            <p:ph type="subTitle" idx="6"/>
          </p:nvPr>
        </p:nvSpPr>
        <p:spPr>
          <a:xfrm>
            <a:off x="6031075" y="2308850"/>
            <a:ext cx="2175300" cy="460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20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2400">
                <a:latin typeface="Sora"/>
                <a:ea typeface="Sora"/>
                <a:cs typeface="Sora"/>
                <a:sym typeface="Sora"/>
              </a:defRPr>
            </a:lvl2pPr>
            <a:lvl3pPr lvl="2" algn="ctr" rtl="0">
              <a:lnSpc>
                <a:spcPct val="100000"/>
              </a:lnSpc>
              <a:spcBef>
                <a:spcPts val="0"/>
              </a:spcBef>
              <a:spcAft>
                <a:spcPts val="0"/>
              </a:spcAft>
              <a:buSzPts val="2400"/>
              <a:buFont typeface="Sora"/>
              <a:buNone/>
              <a:defRPr sz="2400">
                <a:latin typeface="Sora"/>
                <a:ea typeface="Sora"/>
                <a:cs typeface="Sora"/>
                <a:sym typeface="Sora"/>
              </a:defRPr>
            </a:lvl3pPr>
            <a:lvl4pPr lvl="3" algn="ctr" rtl="0">
              <a:lnSpc>
                <a:spcPct val="100000"/>
              </a:lnSpc>
              <a:spcBef>
                <a:spcPts val="0"/>
              </a:spcBef>
              <a:spcAft>
                <a:spcPts val="0"/>
              </a:spcAft>
              <a:buSzPts val="2400"/>
              <a:buFont typeface="Sora"/>
              <a:buNone/>
              <a:defRPr sz="2400">
                <a:latin typeface="Sora"/>
                <a:ea typeface="Sora"/>
                <a:cs typeface="Sora"/>
                <a:sym typeface="Sora"/>
              </a:defRPr>
            </a:lvl4pPr>
            <a:lvl5pPr lvl="4" algn="ctr" rtl="0">
              <a:lnSpc>
                <a:spcPct val="100000"/>
              </a:lnSpc>
              <a:spcBef>
                <a:spcPts val="0"/>
              </a:spcBef>
              <a:spcAft>
                <a:spcPts val="0"/>
              </a:spcAft>
              <a:buSzPts val="2400"/>
              <a:buFont typeface="Sora"/>
              <a:buNone/>
              <a:defRPr sz="2400">
                <a:latin typeface="Sora"/>
                <a:ea typeface="Sora"/>
                <a:cs typeface="Sora"/>
                <a:sym typeface="Sora"/>
              </a:defRPr>
            </a:lvl5pPr>
            <a:lvl6pPr lvl="5" algn="ctr" rtl="0">
              <a:lnSpc>
                <a:spcPct val="100000"/>
              </a:lnSpc>
              <a:spcBef>
                <a:spcPts val="0"/>
              </a:spcBef>
              <a:spcAft>
                <a:spcPts val="0"/>
              </a:spcAft>
              <a:buSzPts val="2400"/>
              <a:buFont typeface="Sora"/>
              <a:buNone/>
              <a:defRPr sz="2400">
                <a:latin typeface="Sora"/>
                <a:ea typeface="Sora"/>
                <a:cs typeface="Sora"/>
                <a:sym typeface="Sora"/>
              </a:defRPr>
            </a:lvl6pPr>
            <a:lvl7pPr lvl="6" algn="ctr" rtl="0">
              <a:lnSpc>
                <a:spcPct val="100000"/>
              </a:lnSpc>
              <a:spcBef>
                <a:spcPts val="0"/>
              </a:spcBef>
              <a:spcAft>
                <a:spcPts val="0"/>
              </a:spcAft>
              <a:buSzPts val="2400"/>
              <a:buFont typeface="Sora"/>
              <a:buNone/>
              <a:defRPr sz="2400">
                <a:latin typeface="Sora"/>
                <a:ea typeface="Sora"/>
                <a:cs typeface="Sora"/>
                <a:sym typeface="Sora"/>
              </a:defRPr>
            </a:lvl7pPr>
            <a:lvl8pPr lvl="7" algn="ctr" rtl="0">
              <a:lnSpc>
                <a:spcPct val="100000"/>
              </a:lnSpc>
              <a:spcBef>
                <a:spcPts val="0"/>
              </a:spcBef>
              <a:spcAft>
                <a:spcPts val="0"/>
              </a:spcAft>
              <a:buSzPts val="2400"/>
              <a:buFont typeface="Sora"/>
              <a:buNone/>
              <a:defRPr sz="2400">
                <a:latin typeface="Sora"/>
                <a:ea typeface="Sora"/>
                <a:cs typeface="Sora"/>
                <a:sym typeface="Sora"/>
              </a:defRPr>
            </a:lvl8pPr>
            <a:lvl9pPr lvl="8" algn="ctr" rtl="0">
              <a:lnSpc>
                <a:spcPct val="100000"/>
              </a:lnSpc>
              <a:spcBef>
                <a:spcPts val="0"/>
              </a:spcBef>
              <a:spcAft>
                <a:spcPts val="0"/>
              </a:spcAft>
              <a:buSzPts val="2400"/>
              <a:buFont typeface="Sora"/>
              <a:buNone/>
              <a:defRPr sz="2400">
                <a:latin typeface="Sora"/>
                <a:ea typeface="Sora"/>
                <a:cs typeface="Sora"/>
                <a:sym typeface="Sora"/>
              </a:defRPr>
            </a:lvl9pPr>
          </a:lstStyle>
          <a:p>
            <a:endParaRPr/>
          </a:p>
        </p:txBody>
      </p:sp>
      <p:grpSp>
        <p:nvGrpSpPr>
          <p:cNvPr id="309" name="Google Shape;309;p26"/>
          <p:cNvGrpSpPr/>
          <p:nvPr/>
        </p:nvGrpSpPr>
        <p:grpSpPr>
          <a:xfrm rot="10800000" flipH="1">
            <a:off x="-156600" y="-121650"/>
            <a:ext cx="9457200" cy="5386800"/>
            <a:chOff x="-156600" y="-121650"/>
            <a:chExt cx="9457200" cy="5386800"/>
          </a:xfrm>
        </p:grpSpPr>
        <p:cxnSp>
          <p:nvCxnSpPr>
            <p:cNvPr id="310" name="Google Shape;310;p26"/>
            <p:cNvCxnSpPr/>
            <p:nvPr/>
          </p:nvCxnSpPr>
          <p:spPr>
            <a:xfrm>
              <a:off x="-156600" y="4816475"/>
              <a:ext cx="9457200" cy="0"/>
            </a:xfrm>
            <a:prstGeom prst="straightConnector1">
              <a:avLst/>
            </a:prstGeom>
            <a:noFill/>
            <a:ln w="9525" cap="flat" cmpd="sng">
              <a:solidFill>
                <a:schemeClr val="accent4"/>
              </a:solidFill>
              <a:prstDash val="solid"/>
              <a:round/>
              <a:headEnd type="none" w="med" len="med"/>
              <a:tailEnd type="none" w="med" len="med"/>
            </a:ln>
          </p:spPr>
        </p:cxnSp>
        <p:cxnSp>
          <p:nvCxnSpPr>
            <p:cNvPr id="311" name="Google Shape;311;p26"/>
            <p:cNvCxnSpPr/>
            <p:nvPr/>
          </p:nvCxnSpPr>
          <p:spPr>
            <a:xfrm rot="10800000">
              <a:off x="8769875" y="-121650"/>
              <a:ext cx="0" cy="5386800"/>
            </a:xfrm>
            <a:prstGeom prst="straightConnector1">
              <a:avLst/>
            </a:prstGeom>
            <a:noFill/>
            <a:ln w="9525" cap="flat" cmpd="sng">
              <a:solidFill>
                <a:schemeClr val="accent4"/>
              </a:solidFill>
              <a:prstDash val="solid"/>
              <a:round/>
              <a:headEnd type="none" w="med" len="med"/>
              <a:tailEnd type="none" w="med" len="med"/>
            </a:ln>
          </p:spPr>
        </p:cxnSp>
      </p:grpSp>
      <p:pic>
        <p:nvPicPr>
          <p:cNvPr id="3" name="Image 2">
            <a:extLst>
              <a:ext uri="{FF2B5EF4-FFF2-40B4-BE49-F238E27FC236}">
                <a16:creationId xmlns:a16="http://schemas.microsoft.com/office/drawing/2014/main" id="{4BB33DB6-7093-2F2F-0878-6AC3188999B3}"/>
              </a:ext>
            </a:extLst>
          </p:cNvPr>
          <p:cNvPicPr>
            <a:picLocks noChangeAspect="1"/>
          </p:cNvPicPr>
          <p:nvPr userDrawn="1"/>
        </p:nvPicPr>
        <p:blipFill>
          <a:blip r:embed="rId2"/>
          <a:stretch>
            <a:fillRect/>
          </a:stretch>
        </p:blipFill>
        <p:spPr>
          <a:xfrm>
            <a:off x="14124" y="4355941"/>
            <a:ext cx="719999" cy="719999"/>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437"/>
        <p:cNvGrpSpPr/>
        <p:nvPr/>
      </p:nvGrpSpPr>
      <p:grpSpPr>
        <a:xfrm>
          <a:off x="0" y="0"/>
          <a:ext cx="0" cy="0"/>
          <a:chOff x="0" y="0"/>
          <a:chExt cx="0" cy="0"/>
        </a:xfrm>
      </p:grpSpPr>
      <p:sp>
        <p:nvSpPr>
          <p:cNvPr id="438" name="Google Shape;438;p29"/>
          <p:cNvSpPr txBox="1">
            <a:spLocks noGrp="1"/>
          </p:cNvSpPr>
          <p:nvPr>
            <p:ph type="title" hasCustomPrompt="1"/>
          </p:nvPr>
        </p:nvSpPr>
        <p:spPr>
          <a:xfrm>
            <a:off x="832950" y="630550"/>
            <a:ext cx="4238100" cy="768900"/>
          </a:xfrm>
          <a:prstGeom prst="rect">
            <a:avLst/>
          </a:prstGeom>
          <a:solidFill>
            <a:schemeClr val="accent3"/>
          </a:solidFill>
          <a:ln>
            <a:noFill/>
          </a:ln>
        </p:spPr>
        <p:txBody>
          <a:bodyPr spcFirstLastPara="1" wrap="square" lIns="91425" tIns="91425" rIns="91425" bIns="91425" anchor="ctr" anchorCtr="0">
            <a:noAutofit/>
          </a:bodyPr>
          <a:lstStyle>
            <a:lvl1pPr lvl="0" algn="ctr" rtl="0">
              <a:spcBef>
                <a:spcPts val="0"/>
              </a:spcBef>
              <a:spcAft>
                <a:spcPts val="0"/>
              </a:spcAft>
              <a:buSzPts val="6000"/>
              <a:buNone/>
              <a:defRPr sz="45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439" name="Google Shape;439;p29"/>
          <p:cNvSpPr txBox="1">
            <a:spLocks noGrp="1"/>
          </p:cNvSpPr>
          <p:nvPr>
            <p:ph type="subTitle" idx="1"/>
          </p:nvPr>
        </p:nvSpPr>
        <p:spPr>
          <a:xfrm>
            <a:off x="832950" y="1442720"/>
            <a:ext cx="4238100" cy="365700"/>
          </a:xfrm>
          <a:prstGeom prst="rect">
            <a:avLst/>
          </a:prstGeom>
          <a:solidFill>
            <a:schemeClr val="accent3"/>
          </a:solidFill>
          <a:ln>
            <a:noFill/>
          </a:ln>
        </p:spPr>
        <p:txBody>
          <a:bodyPr spcFirstLastPara="1" wrap="square" lIns="91425" tIns="91425" rIns="91425" bIns="91425" anchor="ctr" anchorCtr="0">
            <a:noAutofit/>
          </a:bodyPr>
          <a:lstStyle>
            <a:lvl1pPr lvl="0" algn="ctr" rtl="0">
              <a:spcBef>
                <a:spcPts val="0"/>
              </a:spcBef>
              <a:spcAft>
                <a:spcPts val="0"/>
              </a:spcAft>
              <a:buSzPts val="2400"/>
              <a:buNone/>
              <a:defRPr sz="16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440" name="Google Shape;440;p29"/>
          <p:cNvSpPr txBox="1">
            <a:spLocks noGrp="1"/>
          </p:cNvSpPr>
          <p:nvPr>
            <p:ph type="title" idx="2" hasCustomPrompt="1"/>
          </p:nvPr>
        </p:nvSpPr>
        <p:spPr>
          <a:xfrm>
            <a:off x="832950" y="1982815"/>
            <a:ext cx="4238100" cy="768900"/>
          </a:xfrm>
          <a:prstGeom prst="rect">
            <a:avLst/>
          </a:prstGeom>
          <a:solidFill>
            <a:schemeClr val="accent3"/>
          </a:solidFill>
          <a:ln>
            <a:noFill/>
          </a:ln>
        </p:spPr>
        <p:txBody>
          <a:bodyPr spcFirstLastPara="1" wrap="square" lIns="91425" tIns="91425" rIns="91425" bIns="91425" anchor="ctr" anchorCtr="0">
            <a:noAutofit/>
          </a:bodyPr>
          <a:lstStyle>
            <a:lvl1pPr lvl="0" algn="ctr" rtl="0">
              <a:spcBef>
                <a:spcPts val="0"/>
              </a:spcBef>
              <a:spcAft>
                <a:spcPts val="0"/>
              </a:spcAft>
              <a:buSzPts val="6000"/>
              <a:buNone/>
              <a:defRPr sz="45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441" name="Google Shape;441;p29"/>
          <p:cNvSpPr txBox="1">
            <a:spLocks noGrp="1"/>
          </p:cNvSpPr>
          <p:nvPr>
            <p:ph type="subTitle" idx="3"/>
          </p:nvPr>
        </p:nvSpPr>
        <p:spPr>
          <a:xfrm>
            <a:off x="832950" y="2794985"/>
            <a:ext cx="4238100" cy="365700"/>
          </a:xfrm>
          <a:prstGeom prst="rect">
            <a:avLst/>
          </a:prstGeom>
          <a:solidFill>
            <a:schemeClr val="accent3"/>
          </a:solidFill>
          <a:ln>
            <a:noFill/>
          </a:ln>
        </p:spPr>
        <p:txBody>
          <a:bodyPr spcFirstLastPara="1" wrap="square" lIns="91425" tIns="91425" rIns="91425" bIns="91425" anchor="ctr" anchorCtr="0">
            <a:noAutofit/>
          </a:bodyPr>
          <a:lstStyle>
            <a:lvl1pPr lvl="0" algn="ctr" rtl="0">
              <a:spcBef>
                <a:spcPts val="0"/>
              </a:spcBef>
              <a:spcAft>
                <a:spcPts val="0"/>
              </a:spcAft>
              <a:buSzPts val="2400"/>
              <a:buNone/>
              <a:defRPr sz="16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442" name="Google Shape;442;p29"/>
          <p:cNvSpPr txBox="1">
            <a:spLocks noGrp="1"/>
          </p:cNvSpPr>
          <p:nvPr>
            <p:ph type="title" idx="4" hasCustomPrompt="1"/>
          </p:nvPr>
        </p:nvSpPr>
        <p:spPr>
          <a:xfrm>
            <a:off x="832950" y="3335080"/>
            <a:ext cx="4238100" cy="768900"/>
          </a:xfrm>
          <a:prstGeom prst="rect">
            <a:avLst/>
          </a:prstGeom>
          <a:solidFill>
            <a:schemeClr val="accent3"/>
          </a:solidFill>
          <a:ln>
            <a:noFill/>
          </a:ln>
        </p:spPr>
        <p:txBody>
          <a:bodyPr spcFirstLastPara="1" wrap="square" lIns="91425" tIns="91425" rIns="91425" bIns="91425" anchor="ctr" anchorCtr="0">
            <a:noAutofit/>
          </a:bodyPr>
          <a:lstStyle>
            <a:lvl1pPr lvl="0" algn="ctr" rtl="0">
              <a:spcBef>
                <a:spcPts val="0"/>
              </a:spcBef>
              <a:spcAft>
                <a:spcPts val="0"/>
              </a:spcAft>
              <a:buSzPts val="6000"/>
              <a:buNone/>
              <a:defRPr sz="45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443" name="Google Shape;443;p29"/>
          <p:cNvSpPr txBox="1">
            <a:spLocks noGrp="1"/>
          </p:cNvSpPr>
          <p:nvPr>
            <p:ph type="subTitle" idx="5"/>
          </p:nvPr>
        </p:nvSpPr>
        <p:spPr>
          <a:xfrm>
            <a:off x="832950" y="4147250"/>
            <a:ext cx="4238100" cy="365700"/>
          </a:xfrm>
          <a:prstGeom prst="rect">
            <a:avLst/>
          </a:prstGeom>
          <a:solidFill>
            <a:schemeClr val="accent3"/>
          </a:solidFill>
          <a:ln>
            <a:noFill/>
          </a:ln>
        </p:spPr>
        <p:txBody>
          <a:bodyPr spcFirstLastPara="1" wrap="square" lIns="91425" tIns="91425" rIns="91425" bIns="91425" anchor="ctr" anchorCtr="0">
            <a:noAutofit/>
          </a:bodyPr>
          <a:lstStyle>
            <a:lvl1pPr lvl="0" algn="ctr" rtl="0">
              <a:spcBef>
                <a:spcPts val="0"/>
              </a:spcBef>
              <a:spcAft>
                <a:spcPts val="0"/>
              </a:spcAft>
              <a:buSzPts val="2400"/>
              <a:buNone/>
              <a:defRPr sz="16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grpSp>
        <p:nvGrpSpPr>
          <p:cNvPr id="444" name="Google Shape;444;p29"/>
          <p:cNvGrpSpPr/>
          <p:nvPr/>
        </p:nvGrpSpPr>
        <p:grpSpPr>
          <a:xfrm rot="-1825354" flipH="1">
            <a:off x="173026" y="4278738"/>
            <a:ext cx="517890" cy="701867"/>
            <a:chOff x="8792640" y="2211120"/>
            <a:chExt cx="136800" cy="185400"/>
          </a:xfrm>
        </p:grpSpPr>
        <p:sp>
          <p:nvSpPr>
            <p:cNvPr id="445" name="Google Shape;445;p29"/>
            <p:cNvSpPr/>
            <p:nvPr/>
          </p:nvSpPr>
          <p:spPr>
            <a:xfrm>
              <a:off x="8804160" y="2211120"/>
              <a:ext cx="125280" cy="145440"/>
            </a:xfrm>
            <a:custGeom>
              <a:avLst/>
              <a:gdLst/>
              <a:ahLst/>
              <a:cxnLst/>
              <a:rect l="l" t="t" r="r" b="b"/>
              <a:pathLst>
                <a:path w="348" h="404" extrusionOk="0">
                  <a:moveTo>
                    <a:pt x="0" y="404"/>
                  </a:moveTo>
                  <a:lnTo>
                    <a:pt x="0" y="404"/>
                  </a:lnTo>
                  <a:cubicBezTo>
                    <a:pt x="38" y="222"/>
                    <a:pt x="174" y="64"/>
                    <a:pt x="348" y="0"/>
                  </a:cubicBezTo>
                  <a:cubicBezTo>
                    <a:pt x="322" y="194"/>
                    <a:pt x="188" y="350"/>
                    <a:pt x="0" y="404"/>
                  </a:cubicBez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46" name="Google Shape;446;p29"/>
            <p:cNvSpPr/>
            <p:nvPr/>
          </p:nvSpPr>
          <p:spPr>
            <a:xfrm>
              <a:off x="8792640" y="2364480"/>
              <a:ext cx="133560" cy="32040"/>
            </a:xfrm>
            <a:custGeom>
              <a:avLst/>
              <a:gdLst/>
              <a:ahLst/>
              <a:cxnLst/>
              <a:rect l="l" t="t" r="r" b="b"/>
              <a:pathLst>
                <a:path w="371" h="89" extrusionOk="0">
                  <a:moveTo>
                    <a:pt x="371" y="86"/>
                  </a:moveTo>
                  <a:lnTo>
                    <a:pt x="371" y="86"/>
                  </a:lnTo>
                  <a:cubicBezTo>
                    <a:pt x="278" y="-12"/>
                    <a:pt x="112" y="-28"/>
                    <a:pt x="0" y="51"/>
                  </a:cubicBezTo>
                  <a:cubicBezTo>
                    <a:pt x="118" y="93"/>
                    <a:pt x="247" y="92"/>
                    <a:pt x="371" y="86"/>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447" name="Google Shape;447;p29"/>
          <p:cNvGrpSpPr/>
          <p:nvPr/>
        </p:nvGrpSpPr>
        <p:grpSpPr>
          <a:xfrm rot="10800000" flipH="1">
            <a:off x="-156600" y="-121650"/>
            <a:ext cx="9457200" cy="5386800"/>
            <a:chOff x="-156600" y="-121650"/>
            <a:chExt cx="9457200" cy="5386800"/>
          </a:xfrm>
        </p:grpSpPr>
        <p:cxnSp>
          <p:nvCxnSpPr>
            <p:cNvPr id="448" name="Google Shape;448;p29"/>
            <p:cNvCxnSpPr/>
            <p:nvPr/>
          </p:nvCxnSpPr>
          <p:spPr>
            <a:xfrm>
              <a:off x="-156600" y="4816475"/>
              <a:ext cx="9457200" cy="0"/>
            </a:xfrm>
            <a:prstGeom prst="straightConnector1">
              <a:avLst/>
            </a:prstGeom>
            <a:noFill/>
            <a:ln w="9525" cap="flat" cmpd="sng">
              <a:solidFill>
                <a:schemeClr val="accent4"/>
              </a:solidFill>
              <a:prstDash val="solid"/>
              <a:round/>
              <a:headEnd type="none" w="med" len="med"/>
              <a:tailEnd type="none" w="med" len="med"/>
            </a:ln>
          </p:spPr>
        </p:cxnSp>
        <p:cxnSp>
          <p:nvCxnSpPr>
            <p:cNvPr id="449" name="Google Shape;449;p29"/>
            <p:cNvCxnSpPr/>
            <p:nvPr/>
          </p:nvCxnSpPr>
          <p:spPr>
            <a:xfrm rot="10800000">
              <a:off x="8769875" y="-121650"/>
              <a:ext cx="0" cy="5386800"/>
            </a:xfrm>
            <a:prstGeom prst="straightConnector1">
              <a:avLst/>
            </a:prstGeom>
            <a:noFill/>
            <a:ln w="9525" cap="flat" cmpd="sng">
              <a:solidFill>
                <a:schemeClr val="accent4"/>
              </a:solidFill>
              <a:prstDash val="solid"/>
              <a:round/>
              <a:headEnd type="none" w="med" len="med"/>
              <a:tailEnd type="none" w="med" len="med"/>
            </a:ln>
          </p:spPr>
        </p:cxn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450"/>
        <p:cNvGrpSpPr/>
        <p:nvPr/>
      </p:nvGrpSpPr>
      <p:grpSpPr>
        <a:xfrm>
          <a:off x="0" y="0"/>
          <a:ext cx="0" cy="0"/>
          <a:chOff x="0" y="0"/>
          <a:chExt cx="0" cy="0"/>
        </a:xfrm>
      </p:grpSpPr>
      <p:sp>
        <p:nvSpPr>
          <p:cNvPr id="451" name="Google Shape;451;p30"/>
          <p:cNvSpPr txBox="1">
            <a:spLocks noGrp="1"/>
          </p:cNvSpPr>
          <p:nvPr>
            <p:ph type="title"/>
          </p:nvPr>
        </p:nvSpPr>
        <p:spPr>
          <a:xfrm>
            <a:off x="713260" y="601325"/>
            <a:ext cx="4115400" cy="10587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sz="72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52" name="Google Shape;452;p30"/>
          <p:cNvSpPr txBox="1">
            <a:spLocks noGrp="1"/>
          </p:cNvSpPr>
          <p:nvPr>
            <p:ph type="subTitle" idx="1"/>
          </p:nvPr>
        </p:nvSpPr>
        <p:spPr>
          <a:xfrm>
            <a:off x="816944" y="1765250"/>
            <a:ext cx="2961300" cy="1058700"/>
          </a:xfrm>
          <a:prstGeom prst="rect">
            <a:avLst/>
          </a:prstGeom>
          <a:solidFill>
            <a:schemeClr val="accent3"/>
          </a:solidFill>
          <a:ln>
            <a:noFill/>
          </a:ln>
        </p:spPr>
        <p:txBody>
          <a:bodyPr spcFirstLastPara="1" wrap="square" lIns="91425" tIns="91425" rIns="91425" bIns="91425" anchor="ctr" anchorCtr="0">
            <a:noAutofit/>
          </a:bodyPr>
          <a:lstStyle>
            <a:lvl1pPr lvl="0" rtl="0">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grpSp>
        <p:nvGrpSpPr>
          <p:cNvPr id="454" name="Google Shape;454;p30"/>
          <p:cNvGrpSpPr/>
          <p:nvPr/>
        </p:nvGrpSpPr>
        <p:grpSpPr>
          <a:xfrm>
            <a:off x="-156600" y="-121650"/>
            <a:ext cx="9457200" cy="5386800"/>
            <a:chOff x="-156600" y="-121650"/>
            <a:chExt cx="9457200" cy="5386800"/>
          </a:xfrm>
        </p:grpSpPr>
        <p:cxnSp>
          <p:nvCxnSpPr>
            <p:cNvPr id="455" name="Google Shape;455;p30"/>
            <p:cNvCxnSpPr/>
            <p:nvPr/>
          </p:nvCxnSpPr>
          <p:spPr>
            <a:xfrm>
              <a:off x="-156600" y="4816475"/>
              <a:ext cx="9457200" cy="0"/>
            </a:xfrm>
            <a:prstGeom prst="straightConnector1">
              <a:avLst/>
            </a:prstGeom>
            <a:noFill/>
            <a:ln w="9525" cap="flat" cmpd="sng">
              <a:solidFill>
                <a:schemeClr val="accent4"/>
              </a:solidFill>
              <a:prstDash val="solid"/>
              <a:round/>
              <a:headEnd type="none" w="med" len="med"/>
              <a:tailEnd type="none" w="med" len="med"/>
            </a:ln>
          </p:spPr>
        </p:cxnSp>
        <p:cxnSp>
          <p:nvCxnSpPr>
            <p:cNvPr id="456" name="Google Shape;456;p30"/>
            <p:cNvCxnSpPr/>
            <p:nvPr/>
          </p:nvCxnSpPr>
          <p:spPr>
            <a:xfrm rot="10800000">
              <a:off x="8769875" y="-121650"/>
              <a:ext cx="0" cy="5386800"/>
            </a:xfrm>
            <a:prstGeom prst="straightConnector1">
              <a:avLst/>
            </a:prstGeom>
            <a:noFill/>
            <a:ln w="9525" cap="flat" cmpd="sng">
              <a:solidFill>
                <a:schemeClr val="accent4"/>
              </a:solidFill>
              <a:prstDash val="solid"/>
              <a:round/>
              <a:headEnd type="none" w="med" len="med"/>
              <a:tailEnd type="none" w="med" len="med"/>
            </a:ln>
          </p:spPr>
        </p:cxnSp>
      </p:grpSp>
      <p:grpSp>
        <p:nvGrpSpPr>
          <p:cNvPr id="457" name="Google Shape;457;p30"/>
          <p:cNvGrpSpPr/>
          <p:nvPr/>
        </p:nvGrpSpPr>
        <p:grpSpPr>
          <a:xfrm rot="841558" flipH="1">
            <a:off x="168803" y="52288"/>
            <a:ext cx="517879" cy="701867"/>
            <a:chOff x="8792640" y="2211120"/>
            <a:chExt cx="136800" cy="185400"/>
          </a:xfrm>
        </p:grpSpPr>
        <p:sp>
          <p:nvSpPr>
            <p:cNvPr id="458" name="Google Shape;458;p30"/>
            <p:cNvSpPr/>
            <p:nvPr/>
          </p:nvSpPr>
          <p:spPr>
            <a:xfrm>
              <a:off x="8804160" y="2211120"/>
              <a:ext cx="125280" cy="145440"/>
            </a:xfrm>
            <a:custGeom>
              <a:avLst/>
              <a:gdLst/>
              <a:ahLst/>
              <a:cxnLst/>
              <a:rect l="l" t="t" r="r" b="b"/>
              <a:pathLst>
                <a:path w="348" h="404" extrusionOk="0">
                  <a:moveTo>
                    <a:pt x="0" y="404"/>
                  </a:moveTo>
                  <a:lnTo>
                    <a:pt x="0" y="404"/>
                  </a:lnTo>
                  <a:cubicBezTo>
                    <a:pt x="38" y="222"/>
                    <a:pt x="174" y="64"/>
                    <a:pt x="348" y="0"/>
                  </a:cubicBezTo>
                  <a:cubicBezTo>
                    <a:pt x="322" y="194"/>
                    <a:pt x="188" y="350"/>
                    <a:pt x="0" y="404"/>
                  </a:cubicBez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59" name="Google Shape;459;p30"/>
            <p:cNvSpPr/>
            <p:nvPr/>
          </p:nvSpPr>
          <p:spPr>
            <a:xfrm>
              <a:off x="8792640" y="2364480"/>
              <a:ext cx="133560" cy="32040"/>
            </a:xfrm>
            <a:custGeom>
              <a:avLst/>
              <a:gdLst/>
              <a:ahLst/>
              <a:cxnLst/>
              <a:rect l="l" t="t" r="r" b="b"/>
              <a:pathLst>
                <a:path w="371" h="89" extrusionOk="0">
                  <a:moveTo>
                    <a:pt x="371" y="86"/>
                  </a:moveTo>
                  <a:lnTo>
                    <a:pt x="371" y="86"/>
                  </a:lnTo>
                  <a:cubicBezTo>
                    <a:pt x="278" y="-12"/>
                    <a:pt x="112" y="-28"/>
                    <a:pt x="0" y="51"/>
                  </a:cubicBezTo>
                  <a:cubicBezTo>
                    <a:pt x="118" y="93"/>
                    <a:pt x="247" y="92"/>
                    <a:pt x="371" y="86"/>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460"/>
        <p:cNvGrpSpPr/>
        <p:nvPr/>
      </p:nvGrpSpPr>
      <p:grpSpPr>
        <a:xfrm>
          <a:off x="0" y="0"/>
          <a:ext cx="0" cy="0"/>
          <a:chOff x="0" y="0"/>
          <a:chExt cx="0" cy="0"/>
        </a:xfrm>
      </p:grpSpPr>
      <p:grpSp>
        <p:nvGrpSpPr>
          <p:cNvPr id="461" name="Google Shape;461;p31"/>
          <p:cNvGrpSpPr/>
          <p:nvPr/>
        </p:nvGrpSpPr>
        <p:grpSpPr>
          <a:xfrm rot="1481593" flipH="1">
            <a:off x="707637" y="484018"/>
            <a:ext cx="517880" cy="701871"/>
            <a:chOff x="8792640" y="2211120"/>
            <a:chExt cx="136800" cy="185400"/>
          </a:xfrm>
        </p:grpSpPr>
        <p:sp>
          <p:nvSpPr>
            <p:cNvPr id="462" name="Google Shape;462;p31"/>
            <p:cNvSpPr/>
            <p:nvPr/>
          </p:nvSpPr>
          <p:spPr>
            <a:xfrm>
              <a:off x="8804160" y="2211120"/>
              <a:ext cx="125280" cy="145440"/>
            </a:xfrm>
            <a:custGeom>
              <a:avLst/>
              <a:gdLst/>
              <a:ahLst/>
              <a:cxnLst/>
              <a:rect l="l" t="t" r="r" b="b"/>
              <a:pathLst>
                <a:path w="348" h="404" extrusionOk="0">
                  <a:moveTo>
                    <a:pt x="0" y="404"/>
                  </a:moveTo>
                  <a:lnTo>
                    <a:pt x="0" y="404"/>
                  </a:lnTo>
                  <a:cubicBezTo>
                    <a:pt x="38" y="222"/>
                    <a:pt x="174" y="64"/>
                    <a:pt x="348" y="0"/>
                  </a:cubicBezTo>
                  <a:cubicBezTo>
                    <a:pt x="322" y="194"/>
                    <a:pt x="188" y="350"/>
                    <a:pt x="0" y="404"/>
                  </a:cubicBez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63" name="Google Shape;463;p31"/>
            <p:cNvSpPr/>
            <p:nvPr/>
          </p:nvSpPr>
          <p:spPr>
            <a:xfrm>
              <a:off x="8792640" y="2364480"/>
              <a:ext cx="133560" cy="32040"/>
            </a:xfrm>
            <a:custGeom>
              <a:avLst/>
              <a:gdLst/>
              <a:ahLst/>
              <a:cxnLst/>
              <a:rect l="l" t="t" r="r" b="b"/>
              <a:pathLst>
                <a:path w="371" h="89" extrusionOk="0">
                  <a:moveTo>
                    <a:pt x="371" y="86"/>
                  </a:moveTo>
                  <a:lnTo>
                    <a:pt x="371" y="86"/>
                  </a:lnTo>
                  <a:cubicBezTo>
                    <a:pt x="278" y="-12"/>
                    <a:pt x="112" y="-28"/>
                    <a:pt x="0" y="51"/>
                  </a:cubicBezTo>
                  <a:cubicBezTo>
                    <a:pt x="118" y="93"/>
                    <a:pt x="247" y="92"/>
                    <a:pt x="371" y="86"/>
                  </a:cubicBezTo>
                  <a:close/>
                </a:path>
              </a:pathLst>
            </a:custGeom>
            <a:solidFill>
              <a:schemeClr val="dk2"/>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464" name="Google Shape;464;p31"/>
          <p:cNvGrpSpPr/>
          <p:nvPr/>
        </p:nvGrpSpPr>
        <p:grpSpPr>
          <a:xfrm>
            <a:off x="-156600" y="-121650"/>
            <a:ext cx="9457200" cy="5386800"/>
            <a:chOff x="-156600" y="-121650"/>
            <a:chExt cx="9457200" cy="5386800"/>
          </a:xfrm>
        </p:grpSpPr>
        <p:cxnSp>
          <p:nvCxnSpPr>
            <p:cNvPr id="465" name="Google Shape;465;p31"/>
            <p:cNvCxnSpPr/>
            <p:nvPr/>
          </p:nvCxnSpPr>
          <p:spPr>
            <a:xfrm>
              <a:off x="-156600" y="4816475"/>
              <a:ext cx="9457200" cy="0"/>
            </a:xfrm>
            <a:prstGeom prst="straightConnector1">
              <a:avLst/>
            </a:prstGeom>
            <a:noFill/>
            <a:ln w="9525" cap="flat" cmpd="sng">
              <a:solidFill>
                <a:schemeClr val="accent4"/>
              </a:solidFill>
              <a:prstDash val="solid"/>
              <a:round/>
              <a:headEnd type="none" w="med" len="med"/>
              <a:tailEnd type="none" w="med" len="med"/>
            </a:ln>
          </p:spPr>
        </p:cxnSp>
        <p:cxnSp>
          <p:nvCxnSpPr>
            <p:cNvPr id="466" name="Google Shape;466;p31"/>
            <p:cNvCxnSpPr/>
            <p:nvPr/>
          </p:nvCxnSpPr>
          <p:spPr>
            <a:xfrm rot="10800000">
              <a:off x="8769875" y="-121650"/>
              <a:ext cx="0" cy="5386800"/>
            </a:xfrm>
            <a:prstGeom prst="straightConnector1">
              <a:avLst/>
            </a:prstGeom>
            <a:noFill/>
            <a:ln w="9525" cap="flat" cmpd="sng">
              <a:solidFill>
                <a:schemeClr val="accent4"/>
              </a:solidFill>
              <a:prstDash val="solid"/>
              <a:round/>
              <a:headEnd type="none" w="med" len="med"/>
              <a:tailEnd type="none" w="med" len="med"/>
            </a:ln>
          </p:spPr>
        </p:cxnSp>
      </p:grpSp>
      <p:grpSp>
        <p:nvGrpSpPr>
          <p:cNvPr id="467" name="Google Shape;467;p31"/>
          <p:cNvGrpSpPr/>
          <p:nvPr/>
        </p:nvGrpSpPr>
        <p:grpSpPr>
          <a:xfrm>
            <a:off x="6347490" y="2511959"/>
            <a:ext cx="2144957" cy="2168998"/>
            <a:chOff x="4004550" y="1261962"/>
            <a:chExt cx="3191901" cy="3227675"/>
          </a:xfrm>
        </p:grpSpPr>
        <p:sp>
          <p:nvSpPr>
            <p:cNvPr id="468" name="Google Shape;468;p31"/>
            <p:cNvSpPr/>
            <p:nvPr/>
          </p:nvSpPr>
          <p:spPr>
            <a:xfrm>
              <a:off x="4366272" y="2173555"/>
              <a:ext cx="2830179" cy="2316083"/>
            </a:xfrm>
            <a:custGeom>
              <a:avLst/>
              <a:gdLst/>
              <a:ahLst/>
              <a:cxnLst/>
              <a:rect l="l" t="t" r="r" b="b"/>
              <a:pathLst>
                <a:path w="2136" h="1748" extrusionOk="0">
                  <a:moveTo>
                    <a:pt x="0" y="1640"/>
                  </a:moveTo>
                  <a:lnTo>
                    <a:pt x="0" y="1640"/>
                  </a:lnTo>
                  <a:cubicBezTo>
                    <a:pt x="13" y="1748"/>
                    <a:pt x="13" y="1748"/>
                    <a:pt x="13" y="1748"/>
                  </a:cubicBezTo>
                  <a:cubicBezTo>
                    <a:pt x="13" y="1748"/>
                    <a:pt x="1634" y="1524"/>
                    <a:pt x="2136" y="27"/>
                  </a:cubicBezTo>
                  <a:cubicBezTo>
                    <a:pt x="2044" y="0"/>
                    <a:pt x="2044" y="0"/>
                    <a:pt x="2044" y="0"/>
                  </a:cubicBezTo>
                  <a:cubicBezTo>
                    <a:pt x="1574" y="1275"/>
                    <a:pt x="280" y="1587"/>
                    <a:pt x="0" y="1640"/>
                  </a:cubicBez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69" name="Google Shape;469;p31"/>
            <p:cNvSpPr/>
            <p:nvPr/>
          </p:nvSpPr>
          <p:spPr>
            <a:xfrm>
              <a:off x="4326522" y="2084780"/>
              <a:ext cx="2748029" cy="2261758"/>
            </a:xfrm>
            <a:custGeom>
              <a:avLst/>
              <a:gdLst/>
              <a:ahLst/>
              <a:cxnLst/>
              <a:rect l="l" t="t" r="r" b="b"/>
              <a:pathLst>
                <a:path w="2074" h="1707" extrusionOk="0">
                  <a:moveTo>
                    <a:pt x="2074" y="67"/>
                  </a:moveTo>
                  <a:lnTo>
                    <a:pt x="2074" y="67"/>
                  </a:lnTo>
                  <a:cubicBezTo>
                    <a:pt x="1850" y="0"/>
                    <a:pt x="1850" y="0"/>
                    <a:pt x="1850" y="0"/>
                  </a:cubicBezTo>
                  <a:cubicBezTo>
                    <a:pt x="1392" y="1006"/>
                    <a:pt x="405" y="1347"/>
                    <a:pt x="0" y="1447"/>
                  </a:cubicBezTo>
                  <a:cubicBezTo>
                    <a:pt x="30" y="1707"/>
                    <a:pt x="30" y="1707"/>
                    <a:pt x="30" y="1707"/>
                  </a:cubicBezTo>
                  <a:cubicBezTo>
                    <a:pt x="310" y="1654"/>
                    <a:pt x="1604" y="1342"/>
                    <a:pt x="2074" y="67"/>
                  </a:cubicBezTo>
                  <a:close/>
                </a:path>
              </a:pathLst>
            </a:custGeom>
            <a:solidFill>
              <a:schemeClr val="accent5"/>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70" name="Google Shape;470;p31"/>
            <p:cNvSpPr/>
            <p:nvPr/>
          </p:nvSpPr>
          <p:spPr>
            <a:xfrm>
              <a:off x="4004550" y="1261962"/>
              <a:ext cx="2773204" cy="2740079"/>
            </a:xfrm>
            <a:custGeom>
              <a:avLst/>
              <a:gdLst/>
              <a:ahLst/>
              <a:cxnLst/>
              <a:rect l="l" t="t" r="r" b="b"/>
              <a:pathLst>
                <a:path w="2093" h="2068" extrusionOk="0">
                  <a:moveTo>
                    <a:pt x="2093" y="621"/>
                  </a:moveTo>
                  <a:lnTo>
                    <a:pt x="2093" y="621"/>
                  </a:lnTo>
                  <a:cubicBezTo>
                    <a:pt x="0" y="0"/>
                    <a:pt x="0" y="0"/>
                    <a:pt x="0" y="0"/>
                  </a:cubicBezTo>
                  <a:cubicBezTo>
                    <a:pt x="243" y="2068"/>
                    <a:pt x="243" y="2068"/>
                    <a:pt x="243" y="2068"/>
                  </a:cubicBezTo>
                  <a:cubicBezTo>
                    <a:pt x="648" y="1968"/>
                    <a:pt x="1635" y="1627"/>
                    <a:pt x="2093" y="621"/>
                  </a:cubicBez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71" name="Google Shape;471;p31"/>
            <p:cNvSpPr/>
            <p:nvPr/>
          </p:nvSpPr>
          <p:spPr>
            <a:xfrm>
              <a:off x="4004550" y="1261962"/>
              <a:ext cx="813544" cy="769819"/>
            </a:xfrm>
            <a:custGeom>
              <a:avLst/>
              <a:gdLst/>
              <a:ahLst/>
              <a:cxnLst/>
              <a:rect l="l" t="t" r="r" b="b"/>
              <a:pathLst>
                <a:path w="614" h="581" extrusionOk="0">
                  <a:moveTo>
                    <a:pt x="614" y="182"/>
                  </a:moveTo>
                  <a:lnTo>
                    <a:pt x="614" y="182"/>
                  </a:lnTo>
                  <a:cubicBezTo>
                    <a:pt x="0" y="0"/>
                    <a:pt x="0" y="0"/>
                    <a:pt x="0" y="0"/>
                  </a:cubicBezTo>
                  <a:cubicBezTo>
                    <a:pt x="69" y="581"/>
                    <a:pt x="69" y="581"/>
                    <a:pt x="69" y="581"/>
                  </a:cubicBezTo>
                  <a:cubicBezTo>
                    <a:pt x="278" y="503"/>
                    <a:pt x="464" y="362"/>
                    <a:pt x="614" y="182"/>
                  </a:cubicBezTo>
                  <a:close/>
                </a:path>
              </a:pathLst>
            </a:custGeom>
            <a:solidFill>
              <a:srgbClr val="F1EEE5">
                <a:alpha val="10059"/>
              </a:srgbClr>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72" name="Google Shape;472;p31"/>
            <p:cNvSpPr/>
            <p:nvPr/>
          </p:nvSpPr>
          <p:spPr>
            <a:xfrm>
              <a:off x="4095974" y="1503110"/>
              <a:ext cx="1941110" cy="1368715"/>
            </a:xfrm>
            <a:custGeom>
              <a:avLst/>
              <a:gdLst/>
              <a:ahLst/>
              <a:cxnLst/>
              <a:rect l="l" t="t" r="r" b="b"/>
              <a:pathLst>
                <a:path w="1465" h="1033" extrusionOk="0">
                  <a:moveTo>
                    <a:pt x="1465" y="273"/>
                  </a:moveTo>
                  <a:lnTo>
                    <a:pt x="1465" y="273"/>
                  </a:lnTo>
                  <a:cubicBezTo>
                    <a:pt x="545" y="0"/>
                    <a:pt x="545" y="0"/>
                    <a:pt x="545" y="0"/>
                  </a:cubicBezTo>
                  <a:cubicBezTo>
                    <a:pt x="395" y="180"/>
                    <a:pt x="209" y="321"/>
                    <a:pt x="0" y="399"/>
                  </a:cubicBezTo>
                  <a:cubicBezTo>
                    <a:pt x="73" y="1033"/>
                    <a:pt x="73" y="1033"/>
                    <a:pt x="73" y="1033"/>
                  </a:cubicBezTo>
                  <a:cubicBezTo>
                    <a:pt x="595" y="925"/>
                    <a:pt x="1076" y="653"/>
                    <a:pt x="1465" y="273"/>
                  </a:cubicBezTo>
                  <a:close/>
                </a:path>
              </a:pathLst>
            </a:custGeom>
            <a:solidFill>
              <a:srgbClr val="AA6221">
                <a:alpha val="15719"/>
              </a:srgbClr>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73" name="Google Shape;473;p31"/>
            <p:cNvSpPr/>
            <p:nvPr/>
          </p:nvSpPr>
          <p:spPr>
            <a:xfrm>
              <a:off x="4498771" y="1589234"/>
              <a:ext cx="292823" cy="255723"/>
            </a:xfrm>
            <a:custGeom>
              <a:avLst/>
              <a:gdLst/>
              <a:ahLst/>
              <a:cxnLst/>
              <a:rect l="l" t="t" r="r" b="b"/>
              <a:pathLst>
                <a:path w="221" h="193" extrusionOk="0">
                  <a:moveTo>
                    <a:pt x="16" y="0"/>
                  </a:moveTo>
                  <a:lnTo>
                    <a:pt x="16" y="0"/>
                  </a:lnTo>
                  <a:cubicBezTo>
                    <a:pt x="5" y="-3"/>
                    <a:pt x="-5" y="10"/>
                    <a:pt x="2" y="20"/>
                  </a:cubicBezTo>
                  <a:cubicBezTo>
                    <a:pt x="40" y="77"/>
                    <a:pt x="137" y="243"/>
                    <a:pt x="203" y="178"/>
                  </a:cubicBezTo>
                  <a:cubicBezTo>
                    <a:pt x="275" y="109"/>
                    <a:pt x="119" y="29"/>
                    <a:pt x="16" y="0"/>
                  </a:cubicBezTo>
                  <a:close/>
                </a:path>
              </a:pathLst>
            </a:custGeom>
            <a:solidFill>
              <a:srgbClr val="243016">
                <a:alpha val="25159"/>
              </a:srgbClr>
            </a:solidFill>
            <a:ln>
              <a:noFill/>
            </a:ln>
          </p:spPr>
          <p:txBody>
            <a:bodyPr spcFirstLastPara="1" wrap="square" lIns="90000" tIns="24475" rIns="90000" bIns="2447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74" name="Google Shape;474;p31"/>
            <p:cNvSpPr/>
            <p:nvPr/>
          </p:nvSpPr>
          <p:spPr>
            <a:xfrm>
              <a:off x="4555746" y="1628984"/>
              <a:ext cx="213323" cy="185499"/>
            </a:xfrm>
            <a:custGeom>
              <a:avLst/>
              <a:gdLst/>
              <a:ahLst/>
              <a:cxnLst/>
              <a:rect l="l" t="t" r="r" b="b"/>
              <a:pathLst>
                <a:path w="161" h="140" extrusionOk="0">
                  <a:moveTo>
                    <a:pt x="11" y="0"/>
                  </a:moveTo>
                  <a:lnTo>
                    <a:pt x="11" y="0"/>
                  </a:lnTo>
                  <a:cubicBezTo>
                    <a:pt x="3" y="-2"/>
                    <a:pt x="-3" y="7"/>
                    <a:pt x="1" y="14"/>
                  </a:cubicBezTo>
                  <a:cubicBezTo>
                    <a:pt x="28" y="55"/>
                    <a:pt x="99" y="176"/>
                    <a:pt x="148" y="129"/>
                  </a:cubicBezTo>
                  <a:cubicBezTo>
                    <a:pt x="200" y="79"/>
                    <a:pt x="87" y="21"/>
                    <a:pt x="11" y="0"/>
                  </a:cubicBezTo>
                  <a:close/>
                </a:path>
              </a:pathLst>
            </a:custGeom>
            <a:solidFill>
              <a:schemeClr val="dk1"/>
            </a:solidFill>
            <a:ln>
              <a:noFill/>
            </a:ln>
          </p:spPr>
          <p:txBody>
            <a:bodyPr spcFirstLastPara="1" wrap="square" lIns="90000" tIns="5400" rIns="90000" bIns="54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475" name="Google Shape;475;p31"/>
            <p:cNvSpPr/>
            <p:nvPr/>
          </p:nvSpPr>
          <p:spPr>
            <a:xfrm>
              <a:off x="4598145" y="1681983"/>
              <a:ext cx="127199" cy="112624"/>
            </a:xfrm>
            <a:custGeom>
              <a:avLst/>
              <a:gdLst/>
              <a:ahLst/>
              <a:cxnLst/>
              <a:rect l="l" t="t" r="r" b="b"/>
              <a:pathLst>
                <a:path w="96" h="85" extrusionOk="0">
                  <a:moveTo>
                    <a:pt x="7" y="0"/>
                  </a:moveTo>
                  <a:lnTo>
                    <a:pt x="7" y="0"/>
                  </a:lnTo>
                  <a:cubicBezTo>
                    <a:pt x="2" y="-1"/>
                    <a:pt x="-2" y="5"/>
                    <a:pt x="1" y="9"/>
                  </a:cubicBezTo>
                  <a:cubicBezTo>
                    <a:pt x="17" y="34"/>
                    <a:pt x="60" y="106"/>
                    <a:pt x="88" y="78"/>
                  </a:cubicBezTo>
                  <a:cubicBezTo>
                    <a:pt x="120" y="47"/>
                    <a:pt x="52" y="13"/>
                    <a:pt x="7" y="0"/>
                  </a:cubicBezTo>
                  <a:close/>
                </a:path>
              </a:pathLst>
            </a:custGeom>
            <a:solidFill>
              <a:srgbClr val="F2F2F2">
                <a:alpha val="0"/>
              </a:srgbClr>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476" name="Google Shape;476;p31"/>
            <p:cNvSpPr/>
            <p:nvPr/>
          </p:nvSpPr>
          <p:spPr>
            <a:xfrm>
              <a:off x="4633920" y="1725708"/>
              <a:ext cx="62275" cy="54325"/>
            </a:xfrm>
            <a:custGeom>
              <a:avLst/>
              <a:gdLst/>
              <a:ahLst/>
              <a:cxnLst/>
              <a:rect l="l" t="t" r="r" b="b"/>
              <a:pathLst>
                <a:path w="47" h="41" extrusionOk="0">
                  <a:moveTo>
                    <a:pt x="3" y="0"/>
                  </a:moveTo>
                  <a:lnTo>
                    <a:pt x="3" y="0"/>
                  </a:lnTo>
                  <a:cubicBezTo>
                    <a:pt x="1" y="-1"/>
                    <a:pt x="-1" y="2"/>
                    <a:pt x="0" y="4"/>
                  </a:cubicBezTo>
                  <a:cubicBezTo>
                    <a:pt x="8" y="16"/>
                    <a:pt x="28" y="51"/>
                    <a:pt x="43" y="38"/>
                  </a:cubicBezTo>
                  <a:cubicBezTo>
                    <a:pt x="58" y="22"/>
                    <a:pt x="25" y="6"/>
                    <a:pt x="3" y="0"/>
                  </a:cubicBezTo>
                  <a:close/>
                </a:path>
              </a:pathLst>
            </a:custGeom>
            <a:solidFill>
              <a:srgbClr val="F2F2F2">
                <a:alpha val="0"/>
              </a:srgbClr>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77" name="Google Shape;477;p31"/>
            <p:cNvSpPr/>
            <p:nvPr/>
          </p:nvSpPr>
          <p:spPr>
            <a:xfrm>
              <a:off x="4705470" y="3350145"/>
              <a:ext cx="157674" cy="343172"/>
            </a:xfrm>
            <a:custGeom>
              <a:avLst/>
              <a:gdLst/>
              <a:ahLst/>
              <a:cxnLst/>
              <a:rect l="l" t="t" r="r" b="b"/>
              <a:pathLst>
                <a:path w="119" h="259" extrusionOk="0">
                  <a:moveTo>
                    <a:pt x="29" y="4"/>
                  </a:moveTo>
                  <a:lnTo>
                    <a:pt x="29" y="4"/>
                  </a:lnTo>
                  <a:cubicBezTo>
                    <a:pt x="21" y="-5"/>
                    <a:pt x="6" y="0"/>
                    <a:pt x="6" y="11"/>
                  </a:cubicBezTo>
                  <a:cubicBezTo>
                    <a:pt x="1" y="80"/>
                    <a:pt x="-20" y="271"/>
                    <a:pt x="72" y="258"/>
                  </a:cubicBezTo>
                  <a:cubicBezTo>
                    <a:pt x="171" y="246"/>
                    <a:pt x="94" y="89"/>
                    <a:pt x="29" y="4"/>
                  </a:cubicBezTo>
                  <a:close/>
                </a:path>
              </a:pathLst>
            </a:custGeom>
            <a:solidFill>
              <a:srgbClr val="243016">
                <a:alpha val="25159"/>
              </a:srgbClr>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478" name="Google Shape;478;p31"/>
            <p:cNvSpPr/>
            <p:nvPr/>
          </p:nvSpPr>
          <p:spPr>
            <a:xfrm>
              <a:off x="4733294" y="3413745"/>
              <a:ext cx="113949" cy="250423"/>
            </a:xfrm>
            <a:custGeom>
              <a:avLst/>
              <a:gdLst/>
              <a:ahLst/>
              <a:cxnLst/>
              <a:rect l="l" t="t" r="r" b="b"/>
              <a:pathLst>
                <a:path w="86" h="189" extrusionOk="0">
                  <a:moveTo>
                    <a:pt x="20" y="3"/>
                  </a:moveTo>
                  <a:lnTo>
                    <a:pt x="20" y="3"/>
                  </a:lnTo>
                  <a:cubicBezTo>
                    <a:pt x="15" y="-3"/>
                    <a:pt x="4" y="0"/>
                    <a:pt x="3" y="9"/>
                  </a:cubicBezTo>
                  <a:cubicBezTo>
                    <a:pt x="1" y="58"/>
                    <a:pt x="-15" y="197"/>
                    <a:pt x="52" y="188"/>
                  </a:cubicBezTo>
                  <a:cubicBezTo>
                    <a:pt x="124" y="179"/>
                    <a:pt x="68" y="65"/>
                    <a:pt x="20" y="3"/>
                  </a:cubicBezTo>
                  <a:close/>
                </a:path>
              </a:pathLst>
            </a:custGeom>
            <a:solidFill>
              <a:srgbClr val="350D12"/>
            </a:solidFill>
            <a:ln>
              <a:noFill/>
            </a:ln>
          </p:spPr>
          <p:txBody>
            <a:bodyPr spcFirstLastPara="1" wrap="square" lIns="90000" tIns="23025" rIns="90000" bIns="2302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479" name="Google Shape;479;p31"/>
            <p:cNvSpPr/>
            <p:nvPr/>
          </p:nvSpPr>
          <p:spPr>
            <a:xfrm>
              <a:off x="4741244" y="3481319"/>
              <a:ext cx="68899" cy="148399"/>
            </a:xfrm>
            <a:custGeom>
              <a:avLst/>
              <a:gdLst/>
              <a:ahLst/>
              <a:cxnLst/>
              <a:rect l="l" t="t" r="r" b="b"/>
              <a:pathLst>
                <a:path w="52" h="112" extrusionOk="0">
                  <a:moveTo>
                    <a:pt x="12" y="1"/>
                  </a:moveTo>
                  <a:lnTo>
                    <a:pt x="12" y="1"/>
                  </a:lnTo>
                  <a:cubicBezTo>
                    <a:pt x="9" y="-2"/>
                    <a:pt x="3" y="-1"/>
                    <a:pt x="3" y="5"/>
                  </a:cubicBezTo>
                  <a:cubicBezTo>
                    <a:pt x="1" y="34"/>
                    <a:pt x="-9" y="117"/>
                    <a:pt x="31" y="112"/>
                  </a:cubicBezTo>
                  <a:cubicBezTo>
                    <a:pt x="75" y="106"/>
                    <a:pt x="41" y="38"/>
                    <a:pt x="12" y="1"/>
                  </a:cubicBezTo>
                  <a:close/>
                </a:path>
              </a:pathLst>
            </a:custGeom>
            <a:solidFill>
              <a:srgbClr val="511D25"/>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480" name="Google Shape;480;p31"/>
            <p:cNvSpPr/>
            <p:nvPr/>
          </p:nvSpPr>
          <p:spPr>
            <a:xfrm>
              <a:off x="4747869" y="3534319"/>
              <a:ext cx="33125" cy="72874"/>
            </a:xfrm>
            <a:custGeom>
              <a:avLst/>
              <a:gdLst/>
              <a:ahLst/>
              <a:cxnLst/>
              <a:rect l="l" t="t" r="r" b="b"/>
              <a:pathLst>
                <a:path w="25" h="55" extrusionOk="0">
                  <a:moveTo>
                    <a:pt x="6" y="1"/>
                  </a:moveTo>
                  <a:lnTo>
                    <a:pt x="6" y="1"/>
                  </a:lnTo>
                  <a:cubicBezTo>
                    <a:pt x="5" y="-1"/>
                    <a:pt x="2" y="0"/>
                    <a:pt x="1" y="2"/>
                  </a:cubicBezTo>
                  <a:cubicBezTo>
                    <a:pt x="1" y="16"/>
                    <a:pt x="-4" y="57"/>
                    <a:pt x="15" y="55"/>
                  </a:cubicBezTo>
                  <a:cubicBezTo>
                    <a:pt x="37" y="52"/>
                    <a:pt x="20" y="19"/>
                    <a:pt x="6" y="1"/>
                  </a:cubicBezTo>
                  <a:close/>
                </a:path>
              </a:pathLst>
            </a:custGeom>
            <a:solidFill>
              <a:srgbClr val="75434D"/>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81" name="Google Shape;481;p31"/>
            <p:cNvSpPr/>
            <p:nvPr/>
          </p:nvSpPr>
          <p:spPr>
            <a:xfrm>
              <a:off x="5765461" y="2723425"/>
              <a:ext cx="294148" cy="255723"/>
            </a:xfrm>
            <a:custGeom>
              <a:avLst/>
              <a:gdLst/>
              <a:ahLst/>
              <a:cxnLst/>
              <a:rect l="l" t="t" r="r" b="b"/>
              <a:pathLst>
                <a:path w="222" h="193" extrusionOk="0">
                  <a:moveTo>
                    <a:pt x="17" y="0"/>
                  </a:moveTo>
                  <a:lnTo>
                    <a:pt x="17" y="0"/>
                  </a:lnTo>
                  <a:cubicBezTo>
                    <a:pt x="6" y="-2"/>
                    <a:pt x="-4" y="10"/>
                    <a:pt x="3" y="20"/>
                  </a:cubicBezTo>
                  <a:cubicBezTo>
                    <a:pt x="41" y="77"/>
                    <a:pt x="138" y="243"/>
                    <a:pt x="204" y="178"/>
                  </a:cubicBezTo>
                  <a:cubicBezTo>
                    <a:pt x="276" y="109"/>
                    <a:pt x="120" y="29"/>
                    <a:pt x="17" y="0"/>
                  </a:cubicBezTo>
                  <a:close/>
                </a:path>
              </a:pathLst>
            </a:custGeom>
            <a:solidFill>
              <a:srgbClr val="243016">
                <a:alpha val="25159"/>
              </a:srgbClr>
            </a:solidFill>
            <a:ln>
              <a:noFill/>
            </a:ln>
          </p:spPr>
          <p:txBody>
            <a:bodyPr spcFirstLastPara="1" wrap="square" lIns="90000" tIns="24475" rIns="90000" bIns="2447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482" name="Google Shape;482;p31"/>
            <p:cNvSpPr/>
            <p:nvPr/>
          </p:nvSpPr>
          <p:spPr>
            <a:xfrm>
              <a:off x="5822436" y="2764500"/>
              <a:ext cx="214648" cy="185499"/>
            </a:xfrm>
            <a:custGeom>
              <a:avLst/>
              <a:gdLst/>
              <a:ahLst/>
              <a:cxnLst/>
              <a:rect l="l" t="t" r="r" b="b"/>
              <a:pathLst>
                <a:path w="162" h="140" extrusionOk="0">
                  <a:moveTo>
                    <a:pt x="12" y="0"/>
                  </a:moveTo>
                  <a:lnTo>
                    <a:pt x="12" y="0"/>
                  </a:lnTo>
                  <a:cubicBezTo>
                    <a:pt x="4" y="-3"/>
                    <a:pt x="-2" y="7"/>
                    <a:pt x="2" y="14"/>
                  </a:cubicBezTo>
                  <a:cubicBezTo>
                    <a:pt x="30" y="55"/>
                    <a:pt x="100" y="176"/>
                    <a:pt x="149" y="129"/>
                  </a:cubicBezTo>
                  <a:cubicBezTo>
                    <a:pt x="201" y="78"/>
                    <a:pt x="87" y="20"/>
                    <a:pt x="12" y="0"/>
                  </a:cubicBezTo>
                  <a:close/>
                </a:path>
              </a:pathLst>
            </a:custGeom>
            <a:solidFill>
              <a:schemeClr val="dk1"/>
            </a:solidFill>
            <a:ln>
              <a:noFill/>
            </a:ln>
          </p:spPr>
          <p:txBody>
            <a:bodyPr spcFirstLastPara="1" wrap="square" lIns="90000" tIns="5400" rIns="90000" bIns="54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483" name="Google Shape;483;p31"/>
            <p:cNvSpPr/>
            <p:nvPr/>
          </p:nvSpPr>
          <p:spPr>
            <a:xfrm>
              <a:off x="5866160" y="2817500"/>
              <a:ext cx="127199" cy="111299"/>
            </a:xfrm>
            <a:custGeom>
              <a:avLst/>
              <a:gdLst/>
              <a:ahLst/>
              <a:cxnLst/>
              <a:rect l="l" t="t" r="r" b="b"/>
              <a:pathLst>
                <a:path w="96" h="84" extrusionOk="0">
                  <a:moveTo>
                    <a:pt x="7" y="0"/>
                  </a:moveTo>
                  <a:lnTo>
                    <a:pt x="7" y="0"/>
                  </a:lnTo>
                  <a:cubicBezTo>
                    <a:pt x="2" y="-1"/>
                    <a:pt x="-2" y="4"/>
                    <a:pt x="1" y="9"/>
                  </a:cubicBezTo>
                  <a:cubicBezTo>
                    <a:pt x="17" y="33"/>
                    <a:pt x="60" y="106"/>
                    <a:pt x="88" y="77"/>
                  </a:cubicBezTo>
                  <a:cubicBezTo>
                    <a:pt x="120" y="47"/>
                    <a:pt x="52" y="12"/>
                    <a:pt x="7" y="0"/>
                  </a:cubicBezTo>
                  <a:close/>
                </a:path>
              </a:pathLst>
            </a:custGeom>
            <a:solidFill>
              <a:srgbClr val="F2F2F2">
                <a:alpha val="0"/>
              </a:srgbClr>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484" name="Google Shape;484;p31"/>
            <p:cNvSpPr/>
            <p:nvPr/>
          </p:nvSpPr>
          <p:spPr>
            <a:xfrm>
              <a:off x="5900610" y="2861224"/>
              <a:ext cx="62275" cy="53000"/>
            </a:xfrm>
            <a:custGeom>
              <a:avLst/>
              <a:gdLst/>
              <a:ahLst/>
              <a:cxnLst/>
              <a:rect l="l" t="t" r="r" b="b"/>
              <a:pathLst>
                <a:path w="47" h="40" extrusionOk="0">
                  <a:moveTo>
                    <a:pt x="4" y="0"/>
                  </a:moveTo>
                  <a:lnTo>
                    <a:pt x="4" y="0"/>
                  </a:lnTo>
                  <a:cubicBezTo>
                    <a:pt x="2" y="-1"/>
                    <a:pt x="0" y="1"/>
                    <a:pt x="1" y="3"/>
                  </a:cubicBezTo>
                  <a:cubicBezTo>
                    <a:pt x="9" y="16"/>
                    <a:pt x="29" y="50"/>
                    <a:pt x="44" y="37"/>
                  </a:cubicBezTo>
                  <a:cubicBezTo>
                    <a:pt x="59" y="22"/>
                    <a:pt x="26" y="5"/>
                    <a:pt x="4" y="0"/>
                  </a:cubicBezTo>
                  <a:close/>
                </a:path>
              </a:pathLst>
            </a:custGeom>
            <a:solidFill>
              <a:srgbClr val="F2F2F2">
                <a:alpha val="0"/>
              </a:srgbClr>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85" name="Google Shape;485;p31"/>
            <p:cNvSpPr/>
            <p:nvPr/>
          </p:nvSpPr>
          <p:spPr>
            <a:xfrm>
              <a:off x="4281473" y="1822432"/>
              <a:ext cx="234523" cy="308723"/>
            </a:xfrm>
            <a:custGeom>
              <a:avLst/>
              <a:gdLst/>
              <a:ahLst/>
              <a:cxnLst/>
              <a:rect l="l" t="t" r="r" b="b"/>
              <a:pathLst>
                <a:path w="177" h="233" extrusionOk="0">
                  <a:moveTo>
                    <a:pt x="20" y="2"/>
                  </a:moveTo>
                  <a:lnTo>
                    <a:pt x="20" y="2"/>
                  </a:lnTo>
                  <a:cubicBezTo>
                    <a:pt x="10" y="-4"/>
                    <a:pt x="-3" y="5"/>
                    <a:pt x="1" y="17"/>
                  </a:cubicBezTo>
                  <a:cubicBezTo>
                    <a:pt x="20" y="82"/>
                    <a:pt x="64" y="269"/>
                    <a:pt x="147" y="227"/>
                  </a:cubicBezTo>
                  <a:cubicBezTo>
                    <a:pt x="236" y="182"/>
                    <a:pt x="110" y="60"/>
                    <a:pt x="20" y="2"/>
                  </a:cubicBezTo>
                  <a:close/>
                </a:path>
              </a:pathLst>
            </a:custGeom>
            <a:solidFill>
              <a:srgbClr val="243016">
                <a:alpha val="25159"/>
              </a:srgbClr>
            </a:solidFill>
            <a:ln>
              <a:noFill/>
            </a:ln>
          </p:spPr>
          <p:txBody>
            <a:bodyPr spcFirstLastPara="1" wrap="square" lIns="90000" tIns="38875" rIns="90000" bIns="3887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86" name="Google Shape;486;p31"/>
            <p:cNvSpPr/>
            <p:nvPr/>
          </p:nvSpPr>
          <p:spPr>
            <a:xfrm>
              <a:off x="4325197" y="1876757"/>
              <a:ext cx="170924" cy="225248"/>
            </a:xfrm>
            <a:custGeom>
              <a:avLst/>
              <a:gdLst/>
              <a:ahLst/>
              <a:cxnLst/>
              <a:rect l="l" t="t" r="r" b="b"/>
              <a:pathLst>
                <a:path w="129" h="170" extrusionOk="0">
                  <a:moveTo>
                    <a:pt x="15" y="1"/>
                  </a:moveTo>
                  <a:lnTo>
                    <a:pt x="15" y="1"/>
                  </a:lnTo>
                  <a:cubicBezTo>
                    <a:pt x="7" y="-4"/>
                    <a:pt x="-2" y="4"/>
                    <a:pt x="1" y="12"/>
                  </a:cubicBezTo>
                  <a:cubicBezTo>
                    <a:pt x="14" y="59"/>
                    <a:pt x="47" y="196"/>
                    <a:pt x="107" y="165"/>
                  </a:cubicBezTo>
                  <a:cubicBezTo>
                    <a:pt x="172" y="132"/>
                    <a:pt x="80" y="43"/>
                    <a:pt x="15" y="1"/>
                  </a:cubicBezTo>
                  <a:close/>
                </a:path>
              </a:pathLst>
            </a:custGeom>
            <a:solidFill>
              <a:schemeClr val="dk1"/>
            </a:solidFill>
            <a:ln>
              <a:noFill/>
            </a:ln>
          </p:spPr>
          <p:txBody>
            <a:bodyPr spcFirstLastPara="1" wrap="square" lIns="90000" tIns="16200" rIns="90000" bIns="162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487" name="Google Shape;487;p31"/>
            <p:cNvSpPr/>
            <p:nvPr/>
          </p:nvSpPr>
          <p:spPr>
            <a:xfrm>
              <a:off x="4353022" y="1939031"/>
              <a:ext cx="102024" cy="135149"/>
            </a:xfrm>
            <a:custGeom>
              <a:avLst/>
              <a:gdLst/>
              <a:ahLst/>
              <a:cxnLst/>
              <a:rect l="l" t="t" r="r" b="b"/>
              <a:pathLst>
                <a:path w="77" h="102" extrusionOk="0">
                  <a:moveTo>
                    <a:pt x="8" y="1"/>
                  </a:moveTo>
                  <a:lnTo>
                    <a:pt x="8" y="1"/>
                  </a:lnTo>
                  <a:cubicBezTo>
                    <a:pt x="4" y="-2"/>
                    <a:pt x="-1" y="2"/>
                    <a:pt x="0" y="7"/>
                  </a:cubicBezTo>
                  <a:cubicBezTo>
                    <a:pt x="8" y="36"/>
                    <a:pt x="28" y="117"/>
                    <a:pt x="63" y="99"/>
                  </a:cubicBezTo>
                  <a:cubicBezTo>
                    <a:pt x="103" y="79"/>
                    <a:pt x="47" y="26"/>
                    <a:pt x="8" y="1"/>
                  </a:cubicBezTo>
                  <a:close/>
                </a:path>
              </a:pathLst>
            </a:custGeom>
            <a:solidFill>
              <a:srgbClr val="F2F2F2">
                <a:alpha val="0"/>
              </a:srgbClr>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488" name="Google Shape;488;p31"/>
            <p:cNvSpPr/>
            <p:nvPr/>
          </p:nvSpPr>
          <p:spPr>
            <a:xfrm>
              <a:off x="4375547" y="1989381"/>
              <a:ext cx="49025" cy="64925"/>
            </a:xfrm>
            <a:custGeom>
              <a:avLst/>
              <a:gdLst/>
              <a:ahLst/>
              <a:cxnLst/>
              <a:rect l="l" t="t" r="r" b="b"/>
              <a:pathLst>
                <a:path w="37" h="49" extrusionOk="0">
                  <a:moveTo>
                    <a:pt x="4" y="0"/>
                  </a:moveTo>
                  <a:lnTo>
                    <a:pt x="4" y="0"/>
                  </a:lnTo>
                  <a:cubicBezTo>
                    <a:pt x="2" y="0"/>
                    <a:pt x="-1" y="1"/>
                    <a:pt x="0" y="3"/>
                  </a:cubicBezTo>
                  <a:cubicBezTo>
                    <a:pt x="4" y="17"/>
                    <a:pt x="14" y="56"/>
                    <a:pt x="30" y="48"/>
                  </a:cubicBezTo>
                  <a:cubicBezTo>
                    <a:pt x="49" y="39"/>
                    <a:pt x="23" y="13"/>
                    <a:pt x="4" y="0"/>
                  </a:cubicBezTo>
                  <a:close/>
                </a:path>
              </a:pathLst>
            </a:custGeom>
            <a:solidFill>
              <a:srgbClr val="F2F2F2">
                <a:alpha val="0"/>
              </a:srgbClr>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89" name="Google Shape;489;p31"/>
            <p:cNvSpPr/>
            <p:nvPr/>
          </p:nvSpPr>
          <p:spPr>
            <a:xfrm>
              <a:off x="5023467" y="2137780"/>
              <a:ext cx="442547" cy="420022"/>
            </a:xfrm>
            <a:custGeom>
              <a:avLst/>
              <a:gdLst/>
              <a:ahLst/>
              <a:cxnLst/>
              <a:rect l="l" t="t" r="r" b="b"/>
              <a:pathLst>
                <a:path w="334" h="317" extrusionOk="0">
                  <a:moveTo>
                    <a:pt x="27" y="1"/>
                  </a:moveTo>
                  <a:lnTo>
                    <a:pt x="27" y="1"/>
                  </a:lnTo>
                  <a:cubicBezTo>
                    <a:pt x="9" y="-6"/>
                    <a:pt x="-6" y="13"/>
                    <a:pt x="3" y="29"/>
                  </a:cubicBezTo>
                  <a:cubicBezTo>
                    <a:pt x="55" y="121"/>
                    <a:pt x="191" y="391"/>
                    <a:pt x="302" y="297"/>
                  </a:cubicBezTo>
                  <a:cubicBezTo>
                    <a:pt x="421" y="195"/>
                    <a:pt x="185" y="55"/>
                    <a:pt x="27" y="1"/>
                  </a:cubicBezTo>
                  <a:close/>
                </a:path>
              </a:pathLst>
            </a:custGeom>
            <a:solidFill>
              <a:srgbClr val="243016">
                <a:alpha val="25159"/>
              </a:srgbClr>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90" name="Google Shape;490;p31"/>
            <p:cNvSpPr/>
            <p:nvPr/>
          </p:nvSpPr>
          <p:spPr>
            <a:xfrm>
              <a:off x="5108266" y="2205354"/>
              <a:ext cx="321973" cy="306073"/>
            </a:xfrm>
            <a:custGeom>
              <a:avLst/>
              <a:gdLst/>
              <a:ahLst/>
              <a:cxnLst/>
              <a:rect l="l" t="t" r="r" b="b"/>
              <a:pathLst>
                <a:path w="243" h="231" extrusionOk="0">
                  <a:moveTo>
                    <a:pt x="20" y="0"/>
                  </a:moveTo>
                  <a:lnTo>
                    <a:pt x="20" y="0"/>
                  </a:lnTo>
                  <a:cubicBezTo>
                    <a:pt x="7" y="-4"/>
                    <a:pt x="-5" y="9"/>
                    <a:pt x="2" y="21"/>
                  </a:cubicBezTo>
                  <a:cubicBezTo>
                    <a:pt x="40" y="88"/>
                    <a:pt x="139" y="285"/>
                    <a:pt x="220" y="216"/>
                  </a:cubicBezTo>
                  <a:cubicBezTo>
                    <a:pt x="306" y="142"/>
                    <a:pt x="135" y="39"/>
                    <a:pt x="20" y="0"/>
                  </a:cubicBezTo>
                  <a:close/>
                </a:path>
              </a:pathLst>
            </a:custGeom>
            <a:solidFill>
              <a:schemeClr val="dk1"/>
            </a:solidFill>
            <a:ln>
              <a:noFill/>
            </a:ln>
          </p:spPr>
          <p:txBody>
            <a:bodyPr spcFirstLastPara="1" wrap="square" lIns="90000" tIns="38150" rIns="90000" bIns="3815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491" name="Google Shape;491;p31"/>
            <p:cNvSpPr/>
            <p:nvPr/>
          </p:nvSpPr>
          <p:spPr>
            <a:xfrm>
              <a:off x="5170541" y="2292804"/>
              <a:ext cx="192124" cy="182849"/>
            </a:xfrm>
            <a:custGeom>
              <a:avLst/>
              <a:gdLst/>
              <a:ahLst/>
              <a:cxnLst/>
              <a:rect l="l" t="t" r="r" b="b"/>
              <a:pathLst>
                <a:path w="145" h="138" extrusionOk="0">
                  <a:moveTo>
                    <a:pt x="12" y="0"/>
                  </a:moveTo>
                  <a:lnTo>
                    <a:pt x="12" y="0"/>
                  </a:lnTo>
                  <a:cubicBezTo>
                    <a:pt x="5" y="-3"/>
                    <a:pt x="-2" y="5"/>
                    <a:pt x="1" y="12"/>
                  </a:cubicBezTo>
                  <a:cubicBezTo>
                    <a:pt x="25" y="52"/>
                    <a:pt x="83" y="170"/>
                    <a:pt x="131" y="129"/>
                  </a:cubicBezTo>
                  <a:cubicBezTo>
                    <a:pt x="184" y="84"/>
                    <a:pt x="81" y="24"/>
                    <a:pt x="12" y="0"/>
                  </a:cubicBezTo>
                  <a:close/>
                </a:path>
              </a:pathLst>
            </a:custGeom>
            <a:solidFill>
              <a:srgbClr val="F2F2F2">
                <a:alpha val="0"/>
              </a:srgbClr>
            </a:solidFill>
            <a:ln>
              <a:noFill/>
            </a:ln>
          </p:spPr>
          <p:txBody>
            <a:bodyPr spcFirstLastPara="1" wrap="square" lIns="90000" tIns="4675" rIns="90000" bIns="467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492" name="Google Shape;492;p31"/>
            <p:cNvSpPr/>
            <p:nvPr/>
          </p:nvSpPr>
          <p:spPr>
            <a:xfrm>
              <a:off x="5222215" y="2361703"/>
              <a:ext cx="94074" cy="90099"/>
            </a:xfrm>
            <a:custGeom>
              <a:avLst/>
              <a:gdLst/>
              <a:ahLst/>
              <a:cxnLst/>
              <a:rect l="l" t="t" r="r" b="b"/>
              <a:pathLst>
                <a:path w="71" h="68" extrusionOk="0">
                  <a:moveTo>
                    <a:pt x="5" y="0"/>
                  </a:moveTo>
                  <a:lnTo>
                    <a:pt x="5" y="0"/>
                  </a:lnTo>
                  <a:cubicBezTo>
                    <a:pt x="1" y="0"/>
                    <a:pt x="-1" y="3"/>
                    <a:pt x="1" y="7"/>
                  </a:cubicBezTo>
                  <a:cubicBezTo>
                    <a:pt x="11" y="26"/>
                    <a:pt x="40" y="83"/>
                    <a:pt x="64" y="63"/>
                  </a:cubicBezTo>
                  <a:cubicBezTo>
                    <a:pt x="89" y="41"/>
                    <a:pt x="39" y="12"/>
                    <a:pt x="5" y="0"/>
                  </a:cubicBezTo>
                  <a:close/>
                </a:path>
              </a:pathLst>
            </a:custGeom>
            <a:solidFill>
              <a:srgbClr val="F2F2F2">
                <a:alpha val="0"/>
              </a:srgbClr>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93" name="Google Shape;493;p31"/>
            <p:cNvSpPr/>
            <p:nvPr/>
          </p:nvSpPr>
          <p:spPr>
            <a:xfrm>
              <a:off x="4343747" y="2528652"/>
              <a:ext cx="291498" cy="522046"/>
            </a:xfrm>
            <a:custGeom>
              <a:avLst/>
              <a:gdLst/>
              <a:ahLst/>
              <a:cxnLst/>
              <a:rect l="l" t="t" r="r" b="b"/>
              <a:pathLst>
                <a:path w="220" h="394" extrusionOk="0">
                  <a:moveTo>
                    <a:pt x="35" y="6"/>
                  </a:moveTo>
                  <a:lnTo>
                    <a:pt x="35" y="6"/>
                  </a:lnTo>
                  <a:cubicBezTo>
                    <a:pt x="22" y="-7"/>
                    <a:pt x="-1" y="3"/>
                    <a:pt x="0" y="21"/>
                  </a:cubicBezTo>
                  <a:cubicBezTo>
                    <a:pt x="9" y="128"/>
                    <a:pt x="16" y="428"/>
                    <a:pt x="157" y="391"/>
                  </a:cubicBezTo>
                  <a:cubicBezTo>
                    <a:pt x="308" y="350"/>
                    <a:pt x="155" y="123"/>
                    <a:pt x="35" y="6"/>
                  </a:cubicBezTo>
                  <a:close/>
                </a:path>
              </a:pathLst>
            </a:custGeom>
            <a:solidFill>
              <a:srgbClr val="243016">
                <a:alpha val="25159"/>
              </a:srgbClr>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94" name="Google Shape;494;p31"/>
            <p:cNvSpPr/>
            <p:nvPr/>
          </p:nvSpPr>
          <p:spPr>
            <a:xfrm>
              <a:off x="4395422" y="2624051"/>
              <a:ext cx="211998" cy="380272"/>
            </a:xfrm>
            <a:custGeom>
              <a:avLst/>
              <a:gdLst/>
              <a:ahLst/>
              <a:cxnLst/>
              <a:rect l="l" t="t" r="r" b="b"/>
              <a:pathLst>
                <a:path w="160" h="287" extrusionOk="0">
                  <a:moveTo>
                    <a:pt x="25" y="3"/>
                  </a:moveTo>
                  <a:lnTo>
                    <a:pt x="25" y="3"/>
                  </a:lnTo>
                  <a:cubicBezTo>
                    <a:pt x="15" y="-5"/>
                    <a:pt x="-1" y="2"/>
                    <a:pt x="0" y="15"/>
                  </a:cubicBezTo>
                  <a:cubicBezTo>
                    <a:pt x="7" y="92"/>
                    <a:pt x="12" y="312"/>
                    <a:pt x="114" y="284"/>
                  </a:cubicBezTo>
                  <a:cubicBezTo>
                    <a:pt x="224" y="254"/>
                    <a:pt x="112" y="89"/>
                    <a:pt x="25" y="3"/>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495" name="Google Shape;495;p31"/>
            <p:cNvSpPr/>
            <p:nvPr/>
          </p:nvSpPr>
          <p:spPr>
            <a:xfrm>
              <a:off x="4419272" y="2727400"/>
              <a:ext cx="125874" cy="227898"/>
            </a:xfrm>
            <a:custGeom>
              <a:avLst/>
              <a:gdLst/>
              <a:ahLst/>
              <a:cxnLst/>
              <a:rect l="l" t="t" r="r" b="b"/>
              <a:pathLst>
                <a:path w="95" h="172" extrusionOk="0">
                  <a:moveTo>
                    <a:pt x="15" y="2"/>
                  </a:moveTo>
                  <a:lnTo>
                    <a:pt x="15" y="2"/>
                  </a:lnTo>
                  <a:cubicBezTo>
                    <a:pt x="9" y="-3"/>
                    <a:pt x="-1" y="1"/>
                    <a:pt x="0" y="9"/>
                  </a:cubicBezTo>
                  <a:cubicBezTo>
                    <a:pt x="4" y="55"/>
                    <a:pt x="7" y="186"/>
                    <a:pt x="68" y="170"/>
                  </a:cubicBezTo>
                  <a:cubicBezTo>
                    <a:pt x="133" y="152"/>
                    <a:pt x="67" y="53"/>
                    <a:pt x="15" y="2"/>
                  </a:cubicBezTo>
                  <a:close/>
                </a:path>
              </a:pathLst>
            </a:custGeom>
            <a:solidFill>
              <a:srgbClr val="F2F2F2">
                <a:alpha val="0"/>
              </a:srgbClr>
            </a:solidFill>
            <a:ln>
              <a:noFill/>
            </a:ln>
          </p:spPr>
          <p:txBody>
            <a:bodyPr spcFirstLastPara="1" wrap="square" lIns="90000" tIns="16900" rIns="90000" bIns="169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496" name="Google Shape;496;p31"/>
            <p:cNvSpPr/>
            <p:nvPr/>
          </p:nvSpPr>
          <p:spPr>
            <a:xfrm>
              <a:off x="4437822" y="2809550"/>
              <a:ext cx="60950" cy="111299"/>
            </a:xfrm>
            <a:custGeom>
              <a:avLst/>
              <a:gdLst/>
              <a:ahLst/>
              <a:cxnLst/>
              <a:rect l="l" t="t" r="r" b="b"/>
              <a:pathLst>
                <a:path w="46" h="84" extrusionOk="0">
                  <a:moveTo>
                    <a:pt x="7" y="1"/>
                  </a:moveTo>
                  <a:lnTo>
                    <a:pt x="7" y="1"/>
                  </a:lnTo>
                  <a:cubicBezTo>
                    <a:pt x="5" y="-1"/>
                    <a:pt x="0" y="1"/>
                    <a:pt x="0" y="5"/>
                  </a:cubicBezTo>
                  <a:cubicBezTo>
                    <a:pt x="2" y="27"/>
                    <a:pt x="4" y="91"/>
                    <a:pt x="33" y="83"/>
                  </a:cubicBezTo>
                  <a:cubicBezTo>
                    <a:pt x="65" y="74"/>
                    <a:pt x="33" y="26"/>
                    <a:pt x="7" y="1"/>
                  </a:cubicBezTo>
                  <a:close/>
                </a:path>
              </a:pathLst>
            </a:custGeom>
            <a:solidFill>
              <a:srgbClr val="F2F2F2">
                <a:alpha val="0"/>
              </a:srgbClr>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97" name="Google Shape;497;p31"/>
            <p:cNvSpPr/>
            <p:nvPr/>
          </p:nvSpPr>
          <p:spPr>
            <a:xfrm>
              <a:off x="5754861" y="1993356"/>
              <a:ext cx="508796" cy="325948"/>
            </a:xfrm>
            <a:custGeom>
              <a:avLst/>
              <a:gdLst/>
              <a:ahLst/>
              <a:cxnLst/>
              <a:rect l="l" t="t" r="r" b="b"/>
              <a:pathLst>
                <a:path w="384" h="246" extrusionOk="0">
                  <a:moveTo>
                    <a:pt x="22" y="0"/>
                  </a:moveTo>
                  <a:lnTo>
                    <a:pt x="22" y="0"/>
                  </a:lnTo>
                  <a:cubicBezTo>
                    <a:pt x="3" y="-1"/>
                    <a:pt x="-7" y="21"/>
                    <a:pt x="7" y="34"/>
                  </a:cubicBezTo>
                  <a:cubicBezTo>
                    <a:pt x="82" y="109"/>
                    <a:pt x="286" y="331"/>
                    <a:pt x="367" y="210"/>
                  </a:cubicBezTo>
                  <a:cubicBezTo>
                    <a:pt x="454" y="80"/>
                    <a:pt x="189" y="9"/>
                    <a:pt x="22" y="0"/>
                  </a:cubicBezTo>
                  <a:close/>
                </a:path>
              </a:pathLst>
            </a:custGeom>
            <a:solidFill>
              <a:srgbClr val="243016">
                <a:alpha val="25159"/>
              </a:srgbClr>
            </a:solidFill>
            <a:ln>
              <a:noFill/>
            </a:ln>
          </p:spPr>
          <p:txBody>
            <a:bodyPr spcFirstLastPara="1" wrap="square" lIns="90000" tIns="43550" rIns="90000" bIns="4355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498" name="Google Shape;498;p31"/>
            <p:cNvSpPr/>
            <p:nvPr/>
          </p:nvSpPr>
          <p:spPr>
            <a:xfrm>
              <a:off x="5852911" y="2037081"/>
              <a:ext cx="369672" cy="237173"/>
            </a:xfrm>
            <a:custGeom>
              <a:avLst/>
              <a:gdLst/>
              <a:ahLst/>
              <a:cxnLst/>
              <a:rect l="l" t="t" r="r" b="b"/>
              <a:pathLst>
                <a:path w="279" h="179" extrusionOk="0">
                  <a:moveTo>
                    <a:pt x="16" y="0"/>
                  </a:moveTo>
                  <a:lnTo>
                    <a:pt x="16" y="0"/>
                  </a:lnTo>
                  <a:cubicBezTo>
                    <a:pt x="3" y="-1"/>
                    <a:pt x="-5" y="15"/>
                    <a:pt x="5" y="25"/>
                  </a:cubicBezTo>
                  <a:cubicBezTo>
                    <a:pt x="60" y="79"/>
                    <a:pt x="208" y="241"/>
                    <a:pt x="267" y="153"/>
                  </a:cubicBezTo>
                  <a:cubicBezTo>
                    <a:pt x="331" y="59"/>
                    <a:pt x="137" y="6"/>
                    <a:pt x="16" y="0"/>
                  </a:cubicBezTo>
                  <a:close/>
                </a:path>
              </a:pathLst>
            </a:custGeom>
            <a:solidFill>
              <a:schemeClr val="dk1"/>
            </a:solidFill>
            <a:ln>
              <a:noFill/>
            </a:ln>
          </p:spPr>
          <p:txBody>
            <a:bodyPr spcFirstLastPara="1" wrap="square" lIns="90000" tIns="19425" rIns="90000" bIns="19425"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499" name="Google Shape;499;p31"/>
            <p:cNvSpPr/>
            <p:nvPr/>
          </p:nvSpPr>
          <p:spPr>
            <a:xfrm>
              <a:off x="5935060" y="2105980"/>
              <a:ext cx="222598" cy="143099"/>
            </a:xfrm>
            <a:custGeom>
              <a:avLst/>
              <a:gdLst/>
              <a:ahLst/>
              <a:cxnLst/>
              <a:rect l="l" t="t" r="r" b="b"/>
              <a:pathLst>
                <a:path w="168" h="108" extrusionOk="0">
                  <a:moveTo>
                    <a:pt x="10" y="0"/>
                  </a:moveTo>
                  <a:lnTo>
                    <a:pt x="10" y="0"/>
                  </a:lnTo>
                  <a:cubicBezTo>
                    <a:pt x="2" y="0"/>
                    <a:pt x="-2" y="10"/>
                    <a:pt x="3" y="16"/>
                  </a:cubicBezTo>
                  <a:cubicBezTo>
                    <a:pt x="36" y="48"/>
                    <a:pt x="125" y="145"/>
                    <a:pt x="161" y="92"/>
                  </a:cubicBezTo>
                  <a:cubicBezTo>
                    <a:pt x="198" y="35"/>
                    <a:pt x="82" y="5"/>
                    <a:pt x="10" y="0"/>
                  </a:cubicBezTo>
                  <a:close/>
                </a:path>
              </a:pathLst>
            </a:custGeom>
            <a:solidFill>
              <a:srgbClr val="F2F2F2">
                <a:alpha val="0"/>
              </a:srgbClr>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500" name="Google Shape;500;p31"/>
            <p:cNvSpPr/>
            <p:nvPr/>
          </p:nvSpPr>
          <p:spPr>
            <a:xfrm>
              <a:off x="6002634" y="2161630"/>
              <a:ext cx="107324" cy="70224"/>
            </a:xfrm>
            <a:custGeom>
              <a:avLst/>
              <a:gdLst/>
              <a:ahLst/>
              <a:cxnLst/>
              <a:rect l="l" t="t" r="r" b="b"/>
              <a:pathLst>
                <a:path w="81" h="53" extrusionOk="0">
                  <a:moveTo>
                    <a:pt x="5" y="0"/>
                  </a:moveTo>
                  <a:lnTo>
                    <a:pt x="5" y="0"/>
                  </a:lnTo>
                  <a:cubicBezTo>
                    <a:pt x="1" y="0"/>
                    <a:pt x="-1" y="5"/>
                    <a:pt x="1" y="7"/>
                  </a:cubicBezTo>
                  <a:cubicBezTo>
                    <a:pt x="17" y="23"/>
                    <a:pt x="60" y="71"/>
                    <a:pt x="78" y="45"/>
                  </a:cubicBezTo>
                  <a:cubicBezTo>
                    <a:pt x="95" y="17"/>
                    <a:pt x="39" y="2"/>
                    <a:pt x="5" y="0"/>
                  </a:cubicBezTo>
                  <a:close/>
                </a:path>
              </a:pathLst>
            </a:custGeom>
            <a:solidFill>
              <a:srgbClr val="F2F2F2">
                <a:alpha val="0"/>
              </a:srgbClr>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01" name="Google Shape;501;p31"/>
            <p:cNvSpPr/>
            <p:nvPr/>
          </p:nvSpPr>
          <p:spPr>
            <a:xfrm>
              <a:off x="4926743" y="2810875"/>
              <a:ext cx="295473" cy="522046"/>
            </a:xfrm>
            <a:custGeom>
              <a:avLst/>
              <a:gdLst/>
              <a:ahLst/>
              <a:cxnLst/>
              <a:rect l="l" t="t" r="r" b="b"/>
              <a:pathLst>
                <a:path w="223" h="394" extrusionOk="0">
                  <a:moveTo>
                    <a:pt x="34" y="6"/>
                  </a:moveTo>
                  <a:lnTo>
                    <a:pt x="34" y="6"/>
                  </a:lnTo>
                  <a:cubicBezTo>
                    <a:pt x="21" y="-7"/>
                    <a:pt x="0" y="3"/>
                    <a:pt x="0" y="22"/>
                  </a:cubicBezTo>
                  <a:cubicBezTo>
                    <a:pt x="10" y="127"/>
                    <a:pt x="21" y="429"/>
                    <a:pt x="161" y="390"/>
                  </a:cubicBezTo>
                  <a:cubicBezTo>
                    <a:pt x="312" y="347"/>
                    <a:pt x="156" y="120"/>
                    <a:pt x="34" y="6"/>
                  </a:cubicBezTo>
                  <a:close/>
                </a:path>
              </a:pathLst>
            </a:custGeom>
            <a:solidFill>
              <a:srgbClr val="243016">
                <a:alpha val="25159"/>
              </a:srgbClr>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502" name="Google Shape;502;p31"/>
            <p:cNvSpPr/>
            <p:nvPr/>
          </p:nvSpPr>
          <p:spPr>
            <a:xfrm>
              <a:off x="4979742" y="2904949"/>
              <a:ext cx="214648" cy="378947"/>
            </a:xfrm>
            <a:custGeom>
              <a:avLst/>
              <a:gdLst/>
              <a:ahLst/>
              <a:cxnLst/>
              <a:rect l="l" t="t" r="r" b="b"/>
              <a:pathLst>
                <a:path w="162" h="286" extrusionOk="0">
                  <a:moveTo>
                    <a:pt x="25" y="4"/>
                  </a:moveTo>
                  <a:lnTo>
                    <a:pt x="25" y="4"/>
                  </a:lnTo>
                  <a:cubicBezTo>
                    <a:pt x="16" y="-5"/>
                    <a:pt x="0" y="2"/>
                    <a:pt x="0" y="16"/>
                  </a:cubicBezTo>
                  <a:cubicBezTo>
                    <a:pt x="8" y="93"/>
                    <a:pt x="16" y="313"/>
                    <a:pt x="117" y="283"/>
                  </a:cubicBezTo>
                  <a:cubicBezTo>
                    <a:pt x="227" y="253"/>
                    <a:pt x="113" y="88"/>
                    <a:pt x="25" y="4"/>
                  </a:cubicBezTo>
                  <a:close/>
                </a:path>
              </a:pathLst>
            </a:custGeom>
            <a:solidFill>
              <a:schemeClr val="dk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503" name="Google Shape;503;p31"/>
            <p:cNvSpPr/>
            <p:nvPr/>
          </p:nvSpPr>
          <p:spPr>
            <a:xfrm>
              <a:off x="5004917" y="3008298"/>
              <a:ext cx="127199" cy="227898"/>
            </a:xfrm>
            <a:custGeom>
              <a:avLst/>
              <a:gdLst/>
              <a:ahLst/>
              <a:cxnLst/>
              <a:rect l="l" t="t" r="r" b="b"/>
              <a:pathLst>
                <a:path w="96" h="172" extrusionOk="0">
                  <a:moveTo>
                    <a:pt x="14" y="2"/>
                  </a:moveTo>
                  <a:lnTo>
                    <a:pt x="14" y="2"/>
                  </a:lnTo>
                  <a:cubicBezTo>
                    <a:pt x="9" y="-3"/>
                    <a:pt x="-1" y="2"/>
                    <a:pt x="0" y="10"/>
                  </a:cubicBezTo>
                  <a:cubicBezTo>
                    <a:pt x="4" y="56"/>
                    <a:pt x="9" y="187"/>
                    <a:pt x="69" y="170"/>
                  </a:cubicBezTo>
                  <a:cubicBezTo>
                    <a:pt x="135" y="151"/>
                    <a:pt x="68" y="52"/>
                    <a:pt x="14" y="2"/>
                  </a:cubicBezTo>
                  <a:close/>
                </a:path>
              </a:pathLst>
            </a:custGeom>
            <a:solidFill>
              <a:srgbClr val="F2F2F2">
                <a:alpha val="0"/>
              </a:srgbClr>
            </a:solidFill>
            <a:ln>
              <a:noFill/>
            </a:ln>
          </p:spPr>
          <p:txBody>
            <a:bodyPr spcFirstLastPara="1" wrap="square" lIns="90000" tIns="16900" rIns="90000" bIns="169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504" name="Google Shape;504;p31"/>
            <p:cNvSpPr/>
            <p:nvPr/>
          </p:nvSpPr>
          <p:spPr>
            <a:xfrm>
              <a:off x="5024792" y="3091772"/>
              <a:ext cx="62275" cy="109974"/>
            </a:xfrm>
            <a:custGeom>
              <a:avLst/>
              <a:gdLst/>
              <a:ahLst/>
              <a:cxnLst/>
              <a:rect l="l" t="t" r="r" b="b"/>
              <a:pathLst>
                <a:path w="47" h="83" extrusionOk="0">
                  <a:moveTo>
                    <a:pt x="7" y="1"/>
                  </a:moveTo>
                  <a:lnTo>
                    <a:pt x="7" y="1"/>
                  </a:lnTo>
                  <a:cubicBezTo>
                    <a:pt x="5" y="-2"/>
                    <a:pt x="0" y="1"/>
                    <a:pt x="0" y="4"/>
                  </a:cubicBezTo>
                  <a:cubicBezTo>
                    <a:pt x="2" y="27"/>
                    <a:pt x="5" y="90"/>
                    <a:pt x="34" y="82"/>
                  </a:cubicBezTo>
                  <a:cubicBezTo>
                    <a:pt x="66" y="73"/>
                    <a:pt x="33" y="25"/>
                    <a:pt x="7" y="1"/>
                  </a:cubicBezTo>
                  <a:close/>
                </a:path>
              </a:pathLst>
            </a:custGeom>
            <a:solidFill>
              <a:srgbClr val="F2F2F2">
                <a:alpha val="0"/>
              </a:srgbClr>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505"/>
        <p:cNvGrpSpPr/>
        <p:nvPr/>
      </p:nvGrpSpPr>
      <p:grpSpPr>
        <a:xfrm>
          <a:off x="0" y="0"/>
          <a:ext cx="0" cy="0"/>
          <a:chOff x="0" y="0"/>
          <a:chExt cx="0" cy="0"/>
        </a:xfrm>
      </p:grpSpPr>
      <p:grpSp>
        <p:nvGrpSpPr>
          <p:cNvPr id="506" name="Google Shape;506;p32"/>
          <p:cNvGrpSpPr/>
          <p:nvPr/>
        </p:nvGrpSpPr>
        <p:grpSpPr>
          <a:xfrm>
            <a:off x="619890" y="3575496"/>
            <a:ext cx="1344440" cy="1070491"/>
            <a:chOff x="1021431" y="2192085"/>
            <a:chExt cx="2788717" cy="2220475"/>
          </a:xfrm>
        </p:grpSpPr>
        <p:sp>
          <p:nvSpPr>
            <p:cNvPr id="507" name="Google Shape;507;p32"/>
            <p:cNvSpPr/>
            <p:nvPr/>
          </p:nvSpPr>
          <p:spPr>
            <a:xfrm>
              <a:off x="1681831" y="2192085"/>
              <a:ext cx="2128317" cy="2017276"/>
            </a:xfrm>
            <a:custGeom>
              <a:avLst/>
              <a:gdLst/>
              <a:ahLst/>
              <a:cxnLst/>
              <a:rect l="l" t="t" r="r" b="b"/>
              <a:pathLst>
                <a:path w="920" h="872" extrusionOk="0">
                  <a:moveTo>
                    <a:pt x="43" y="230"/>
                  </a:moveTo>
                  <a:lnTo>
                    <a:pt x="43" y="230"/>
                  </a:lnTo>
                  <a:cubicBezTo>
                    <a:pt x="-89" y="490"/>
                    <a:pt x="108" y="756"/>
                    <a:pt x="313" y="844"/>
                  </a:cubicBezTo>
                  <a:cubicBezTo>
                    <a:pt x="518" y="934"/>
                    <a:pt x="804" y="794"/>
                    <a:pt x="891" y="598"/>
                  </a:cubicBezTo>
                  <a:cubicBezTo>
                    <a:pt x="976" y="401"/>
                    <a:pt x="869" y="138"/>
                    <a:pt x="662" y="48"/>
                  </a:cubicBezTo>
                  <a:cubicBezTo>
                    <a:pt x="457" y="-40"/>
                    <a:pt x="174" y="-22"/>
                    <a:pt x="43" y="230"/>
                  </a:cubicBez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nvGrpSpPr>
            <p:cNvPr id="508" name="Google Shape;508;p32"/>
            <p:cNvGrpSpPr/>
            <p:nvPr/>
          </p:nvGrpSpPr>
          <p:grpSpPr>
            <a:xfrm>
              <a:off x="1021431" y="2395285"/>
              <a:ext cx="2128316" cy="2017275"/>
              <a:chOff x="180000" y="1490567"/>
              <a:chExt cx="3350624" cy="3175811"/>
            </a:xfrm>
          </p:grpSpPr>
          <p:sp>
            <p:nvSpPr>
              <p:cNvPr id="509" name="Google Shape;509;p32"/>
              <p:cNvSpPr/>
              <p:nvPr/>
            </p:nvSpPr>
            <p:spPr>
              <a:xfrm>
                <a:off x="3392230" y="2881805"/>
                <a:ext cx="123827" cy="123827"/>
              </a:xfrm>
              <a:custGeom>
                <a:avLst/>
                <a:gdLst/>
                <a:ahLst/>
                <a:cxnLst/>
                <a:rect l="l" t="t" r="r" b="b"/>
                <a:pathLst>
                  <a:path w="34" h="34" extrusionOk="0">
                    <a:moveTo>
                      <a:pt x="16" y="0"/>
                    </a:moveTo>
                    <a:lnTo>
                      <a:pt x="16" y="0"/>
                    </a:lnTo>
                    <a:cubicBezTo>
                      <a:pt x="27" y="0"/>
                      <a:pt x="34" y="7"/>
                      <a:pt x="34" y="16"/>
                    </a:cubicBezTo>
                    <a:cubicBezTo>
                      <a:pt x="36" y="26"/>
                      <a:pt x="29" y="34"/>
                      <a:pt x="18" y="34"/>
                    </a:cubicBezTo>
                    <a:cubicBezTo>
                      <a:pt x="9" y="35"/>
                      <a:pt x="2" y="26"/>
                      <a:pt x="0" y="18"/>
                    </a:cubicBezTo>
                    <a:cubicBezTo>
                      <a:pt x="0" y="9"/>
                      <a:pt x="7" y="0"/>
                      <a:pt x="16" y="0"/>
                    </a:cubicBezTo>
                    <a:close/>
                  </a:path>
                </a:pathLst>
              </a:custGeom>
              <a:solidFill>
                <a:srgbClr val="FCE90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10" name="Google Shape;510;p32"/>
              <p:cNvSpPr/>
              <p:nvPr/>
            </p:nvSpPr>
            <p:spPr>
              <a:xfrm>
                <a:off x="2780377" y="2688780"/>
                <a:ext cx="94692" cy="91050"/>
              </a:xfrm>
              <a:custGeom>
                <a:avLst/>
                <a:gdLst/>
                <a:ahLst/>
                <a:cxnLst/>
                <a:rect l="l" t="t" r="r" b="b"/>
                <a:pathLst>
                  <a:path w="26" h="25" extrusionOk="0">
                    <a:moveTo>
                      <a:pt x="13" y="0"/>
                    </a:moveTo>
                    <a:lnTo>
                      <a:pt x="13" y="0"/>
                    </a:lnTo>
                    <a:cubicBezTo>
                      <a:pt x="20" y="0"/>
                      <a:pt x="26" y="6"/>
                      <a:pt x="26" y="13"/>
                    </a:cubicBezTo>
                    <a:cubicBezTo>
                      <a:pt x="26" y="18"/>
                      <a:pt x="20" y="25"/>
                      <a:pt x="13" y="25"/>
                    </a:cubicBezTo>
                    <a:cubicBezTo>
                      <a:pt x="8" y="25"/>
                      <a:pt x="0" y="20"/>
                      <a:pt x="0" y="13"/>
                    </a:cubicBezTo>
                    <a:cubicBezTo>
                      <a:pt x="0" y="6"/>
                      <a:pt x="6" y="0"/>
                      <a:pt x="13" y="0"/>
                    </a:cubicBezTo>
                    <a:close/>
                  </a:path>
                </a:pathLst>
              </a:custGeom>
              <a:solidFill>
                <a:srgbClr val="FCE906"/>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11" name="Google Shape;511;p32"/>
              <p:cNvSpPr/>
              <p:nvPr/>
            </p:nvSpPr>
            <p:spPr>
              <a:xfrm>
                <a:off x="180000" y="1490567"/>
                <a:ext cx="3350624" cy="3175811"/>
              </a:xfrm>
              <a:custGeom>
                <a:avLst/>
                <a:gdLst/>
                <a:ahLst/>
                <a:cxnLst/>
                <a:rect l="l" t="t" r="r" b="b"/>
                <a:pathLst>
                  <a:path w="920" h="872" extrusionOk="0">
                    <a:moveTo>
                      <a:pt x="43" y="230"/>
                    </a:moveTo>
                    <a:lnTo>
                      <a:pt x="43" y="230"/>
                    </a:lnTo>
                    <a:cubicBezTo>
                      <a:pt x="-89" y="490"/>
                      <a:pt x="108" y="756"/>
                      <a:pt x="313" y="844"/>
                    </a:cubicBezTo>
                    <a:cubicBezTo>
                      <a:pt x="518" y="934"/>
                      <a:pt x="804" y="794"/>
                      <a:pt x="891" y="598"/>
                    </a:cubicBezTo>
                    <a:cubicBezTo>
                      <a:pt x="976" y="401"/>
                      <a:pt x="869" y="138"/>
                      <a:pt x="662" y="48"/>
                    </a:cubicBezTo>
                    <a:cubicBezTo>
                      <a:pt x="457" y="-40"/>
                      <a:pt x="174" y="-22"/>
                      <a:pt x="43" y="230"/>
                    </a:cubicBezTo>
                    <a:close/>
                  </a:path>
                </a:pathLst>
              </a:custGeom>
              <a:solidFill>
                <a:schemeClr val="accent4"/>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12" name="Google Shape;512;p32"/>
              <p:cNvSpPr/>
              <p:nvPr/>
            </p:nvSpPr>
            <p:spPr>
              <a:xfrm>
                <a:off x="525989" y="1603469"/>
                <a:ext cx="2931796" cy="2895378"/>
              </a:xfrm>
              <a:custGeom>
                <a:avLst/>
                <a:gdLst/>
                <a:ahLst/>
                <a:cxnLst/>
                <a:rect l="l" t="t" r="r" b="b"/>
                <a:pathLst>
                  <a:path w="805" h="795" extrusionOk="0">
                    <a:moveTo>
                      <a:pt x="74" y="149"/>
                    </a:moveTo>
                    <a:lnTo>
                      <a:pt x="74" y="149"/>
                    </a:lnTo>
                    <a:cubicBezTo>
                      <a:pt x="-51" y="313"/>
                      <a:pt x="-14" y="585"/>
                      <a:pt x="158" y="716"/>
                    </a:cubicBezTo>
                    <a:cubicBezTo>
                      <a:pt x="331" y="846"/>
                      <a:pt x="609" y="810"/>
                      <a:pt x="733" y="646"/>
                    </a:cubicBezTo>
                    <a:cubicBezTo>
                      <a:pt x="792" y="565"/>
                      <a:pt x="814" y="460"/>
                      <a:pt x="801" y="361"/>
                    </a:cubicBezTo>
                    <a:cubicBezTo>
                      <a:pt x="794" y="311"/>
                      <a:pt x="780" y="260"/>
                      <a:pt x="756" y="215"/>
                    </a:cubicBezTo>
                    <a:cubicBezTo>
                      <a:pt x="740" y="183"/>
                      <a:pt x="700" y="104"/>
                      <a:pt x="659" y="104"/>
                    </a:cubicBezTo>
                    <a:cubicBezTo>
                      <a:pt x="646" y="104"/>
                      <a:pt x="634" y="106"/>
                      <a:pt x="623" y="98"/>
                    </a:cubicBezTo>
                    <a:cubicBezTo>
                      <a:pt x="601" y="82"/>
                      <a:pt x="603" y="53"/>
                      <a:pt x="576" y="39"/>
                    </a:cubicBezTo>
                    <a:cubicBezTo>
                      <a:pt x="553" y="26"/>
                      <a:pt x="526" y="19"/>
                      <a:pt x="501" y="12"/>
                    </a:cubicBezTo>
                    <a:cubicBezTo>
                      <a:pt x="446" y="-1"/>
                      <a:pt x="393" y="-2"/>
                      <a:pt x="338" y="3"/>
                    </a:cubicBezTo>
                    <a:cubicBezTo>
                      <a:pt x="238" y="16"/>
                      <a:pt x="137" y="64"/>
                      <a:pt x="74" y="149"/>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13" name="Google Shape;513;p32"/>
              <p:cNvSpPr/>
              <p:nvPr/>
            </p:nvSpPr>
            <p:spPr>
              <a:xfrm>
                <a:off x="591544" y="1665383"/>
                <a:ext cx="2807969" cy="2767909"/>
              </a:xfrm>
              <a:custGeom>
                <a:avLst/>
                <a:gdLst/>
                <a:ahLst/>
                <a:cxnLst/>
                <a:rect l="l" t="t" r="r" b="b"/>
                <a:pathLst>
                  <a:path w="771" h="760" extrusionOk="0">
                    <a:moveTo>
                      <a:pt x="72" y="144"/>
                    </a:moveTo>
                    <a:lnTo>
                      <a:pt x="72" y="144"/>
                    </a:lnTo>
                    <a:cubicBezTo>
                      <a:pt x="-52" y="308"/>
                      <a:pt x="-13" y="548"/>
                      <a:pt x="160" y="679"/>
                    </a:cubicBezTo>
                    <a:cubicBezTo>
                      <a:pt x="333" y="809"/>
                      <a:pt x="574" y="780"/>
                      <a:pt x="699" y="616"/>
                    </a:cubicBezTo>
                    <a:cubicBezTo>
                      <a:pt x="754" y="540"/>
                      <a:pt x="780" y="447"/>
                      <a:pt x="769" y="353"/>
                    </a:cubicBezTo>
                    <a:cubicBezTo>
                      <a:pt x="763" y="306"/>
                      <a:pt x="749" y="261"/>
                      <a:pt x="728" y="220"/>
                    </a:cubicBezTo>
                    <a:cubicBezTo>
                      <a:pt x="715" y="195"/>
                      <a:pt x="670" y="107"/>
                      <a:pt x="632" y="117"/>
                    </a:cubicBezTo>
                    <a:cubicBezTo>
                      <a:pt x="623" y="121"/>
                      <a:pt x="616" y="126"/>
                      <a:pt x="609" y="132"/>
                    </a:cubicBezTo>
                    <a:cubicBezTo>
                      <a:pt x="601" y="137"/>
                      <a:pt x="591" y="141"/>
                      <a:pt x="582" y="137"/>
                    </a:cubicBezTo>
                    <a:cubicBezTo>
                      <a:pt x="567" y="134"/>
                      <a:pt x="564" y="114"/>
                      <a:pt x="565" y="98"/>
                    </a:cubicBezTo>
                    <a:cubicBezTo>
                      <a:pt x="569" y="36"/>
                      <a:pt x="517" y="25"/>
                      <a:pt x="466" y="13"/>
                    </a:cubicBezTo>
                    <a:cubicBezTo>
                      <a:pt x="418" y="0"/>
                      <a:pt x="367" y="-3"/>
                      <a:pt x="319" y="2"/>
                    </a:cubicBezTo>
                    <a:cubicBezTo>
                      <a:pt x="221" y="15"/>
                      <a:pt x="131" y="65"/>
                      <a:pt x="72" y="144"/>
                    </a:cubicBezTo>
                    <a:close/>
                  </a:path>
                </a:pathLst>
              </a:custGeom>
              <a:solidFill>
                <a:schemeClr val="accent3"/>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14" name="Google Shape;514;p32"/>
              <p:cNvSpPr/>
              <p:nvPr/>
            </p:nvSpPr>
            <p:spPr>
              <a:xfrm>
                <a:off x="1174262" y="2204396"/>
                <a:ext cx="1518707" cy="1839202"/>
              </a:xfrm>
              <a:custGeom>
                <a:avLst/>
                <a:gdLst/>
                <a:ahLst/>
                <a:cxnLst/>
                <a:rect l="l" t="t" r="r" b="b"/>
                <a:pathLst>
                  <a:path w="417" h="505" extrusionOk="0">
                    <a:moveTo>
                      <a:pt x="0" y="400"/>
                    </a:moveTo>
                    <a:lnTo>
                      <a:pt x="0" y="400"/>
                    </a:lnTo>
                    <a:cubicBezTo>
                      <a:pt x="2" y="321"/>
                      <a:pt x="33" y="236"/>
                      <a:pt x="87" y="166"/>
                    </a:cubicBezTo>
                    <a:cubicBezTo>
                      <a:pt x="142" y="92"/>
                      <a:pt x="229" y="32"/>
                      <a:pt x="321" y="7"/>
                    </a:cubicBezTo>
                    <a:cubicBezTo>
                      <a:pt x="351" y="-2"/>
                      <a:pt x="387" y="-6"/>
                      <a:pt x="405" y="14"/>
                    </a:cubicBezTo>
                    <a:cubicBezTo>
                      <a:pt x="418" y="29"/>
                      <a:pt x="418" y="52"/>
                      <a:pt x="416" y="76"/>
                    </a:cubicBezTo>
                    <a:cubicBezTo>
                      <a:pt x="409" y="182"/>
                      <a:pt x="362" y="297"/>
                      <a:pt x="288" y="383"/>
                    </a:cubicBezTo>
                    <a:cubicBezTo>
                      <a:pt x="193" y="493"/>
                      <a:pt x="-2" y="583"/>
                      <a:pt x="0" y="400"/>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15" name="Google Shape;515;p32"/>
              <p:cNvSpPr/>
              <p:nvPr/>
            </p:nvSpPr>
            <p:spPr>
              <a:xfrm>
                <a:off x="1181546" y="2204396"/>
                <a:ext cx="1511423" cy="1533276"/>
              </a:xfrm>
              <a:custGeom>
                <a:avLst/>
                <a:gdLst/>
                <a:ahLst/>
                <a:cxnLst/>
                <a:rect l="l" t="t" r="r" b="b"/>
                <a:pathLst>
                  <a:path w="415" h="421" extrusionOk="0">
                    <a:moveTo>
                      <a:pt x="319" y="7"/>
                    </a:moveTo>
                    <a:lnTo>
                      <a:pt x="319" y="7"/>
                    </a:lnTo>
                    <a:cubicBezTo>
                      <a:pt x="349" y="-2"/>
                      <a:pt x="385" y="-6"/>
                      <a:pt x="403" y="14"/>
                    </a:cubicBezTo>
                    <a:cubicBezTo>
                      <a:pt x="416" y="29"/>
                      <a:pt x="416" y="52"/>
                      <a:pt x="414" y="76"/>
                    </a:cubicBezTo>
                    <a:cubicBezTo>
                      <a:pt x="407" y="182"/>
                      <a:pt x="360" y="297"/>
                      <a:pt x="286" y="383"/>
                    </a:cubicBezTo>
                    <a:cubicBezTo>
                      <a:pt x="274" y="396"/>
                      <a:pt x="261" y="409"/>
                      <a:pt x="247" y="421"/>
                    </a:cubicBezTo>
                    <a:cubicBezTo>
                      <a:pt x="315" y="301"/>
                      <a:pt x="321" y="164"/>
                      <a:pt x="191" y="191"/>
                    </a:cubicBezTo>
                    <a:cubicBezTo>
                      <a:pt x="81" y="202"/>
                      <a:pt x="23" y="286"/>
                      <a:pt x="0" y="385"/>
                    </a:cubicBezTo>
                    <a:cubicBezTo>
                      <a:pt x="4" y="312"/>
                      <a:pt x="34" y="232"/>
                      <a:pt x="85" y="166"/>
                    </a:cubicBezTo>
                    <a:cubicBezTo>
                      <a:pt x="140" y="92"/>
                      <a:pt x="227" y="32"/>
                      <a:pt x="319" y="7"/>
                    </a:cubicBezTo>
                    <a:close/>
                  </a:path>
                </a:pathLst>
              </a:custGeom>
              <a:solidFill>
                <a:srgbClr val="F48E29">
                  <a:alpha val="47170"/>
                </a:srgbClr>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16" name="Google Shape;516;p32"/>
              <p:cNvSpPr/>
              <p:nvPr/>
            </p:nvSpPr>
            <p:spPr>
              <a:xfrm>
                <a:off x="1724201" y="3103966"/>
                <a:ext cx="386050" cy="178457"/>
              </a:xfrm>
              <a:custGeom>
                <a:avLst/>
                <a:gdLst/>
                <a:ahLst/>
                <a:cxnLst/>
                <a:rect l="l" t="t" r="r" b="b"/>
                <a:pathLst>
                  <a:path w="106" h="49" extrusionOk="0">
                    <a:moveTo>
                      <a:pt x="11" y="43"/>
                    </a:moveTo>
                    <a:lnTo>
                      <a:pt x="11" y="43"/>
                    </a:lnTo>
                    <a:lnTo>
                      <a:pt x="11" y="43"/>
                    </a:lnTo>
                    <a:cubicBezTo>
                      <a:pt x="18" y="48"/>
                      <a:pt x="28" y="50"/>
                      <a:pt x="37" y="48"/>
                    </a:cubicBezTo>
                    <a:cubicBezTo>
                      <a:pt x="46" y="45"/>
                      <a:pt x="55" y="37"/>
                      <a:pt x="62" y="30"/>
                    </a:cubicBezTo>
                    <a:cubicBezTo>
                      <a:pt x="62" y="28"/>
                      <a:pt x="62" y="28"/>
                      <a:pt x="62" y="28"/>
                    </a:cubicBezTo>
                    <a:cubicBezTo>
                      <a:pt x="69" y="23"/>
                      <a:pt x="76" y="18"/>
                      <a:pt x="82" y="16"/>
                    </a:cubicBezTo>
                    <a:cubicBezTo>
                      <a:pt x="85" y="16"/>
                      <a:pt x="87" y="18"/>
                      <a:pt x="89" y="19"/>
                    </a:cubicBezTo>
                    <a:cubicBezTo>
                      <a:pt x="89" y="21"/>
                      <a:pt x="89" y="21"/>
                      <a:pt x="89" y="23"/>
                    </a:cubicBezTo>
                    <a:cubicBezTo>
                      <a:pt x="87" y="27"/>
                      <a:pt x="87" y="32"/>
                      <a:pt x="92" y="34"/>
                    </a:cubicBezTo>
                    <a:cubicBezTo>
                      <a:pt x="96" y="34"/>
                      <a:pt x="101" y="32"/>
                      <a:pt x="103" y="27"/>
                    </a:cubicBezTo>
                    <a:cubicBezTo>
                      <a:pt x="107" y="21"/>
                      <a:pt x="107" y="14"/>
                      <a:pt x="103" y="9"/>
                    </a:cubicBezTo>
                    <a:cubicBezTo>
                      <a:pt x="99" y="3"/>
                      <a:pt x="92" y="0"/>
                      <a:pt x="83" y="0"/>
                    </a:cubicBezTo>
                    <a:cubicBezTo>
                      <a:pt x="73" y="1"/>
                      <a:pt x="62" y="10"/>
                      <a:pt x="55" y="18"/>
                    </a:cubicBezTo>
                    <a:cubicBezTo>
                      <a:pt x="53" y="19"/>
                      <a:pt x="53" y="19"/>
                      <a:pt x="53" y="19"/>
                    </a:cubicBezTo>
                    <a:cubicBezTo>
                      <a:pt x="46" y="25"/>
                      <a:pt x="40" y="30"/>
                      <a:pt x="35" y="32"/>
                    </a:cubicBezTo>
                    <a:cubicBezTo>
                      <a:pt x="29" y="34"/>
                      <a:pt x="24" y="32"/>
                      <a:pt x="22" y="30"/>
                    </a:cubicBezTo>
                    <a:lnTo>
                      <a:pt x="22" y="30"/>
                    </a:lnTo>
                    <a:cubicBezTo>
                      <a:pt x="17" y="25"/>
                      <a:pt x="13" y="16"/>
                      <a:pt x="15" y="9"/>
                    </a:cubicBezTo>
                    <a:cubicBezTo>
                      <a:pt x="15" y="3"/>
                      <a:pt x="11" y="0"/>
                      <a:pt x="8" y="1"/>
                    </a:cubicBezTo>
                    <a:cubicBezTo>
                      <a:pt x="4" y="1"/>
                      <a:pt x="0" y="5"/>
                      <a:pt x="0" y="10"/>
                    </a:cubicBezTo>
                    <a:cubicBezTo>
                      <a:pt x="-1" y="23"/>
                      <a:pt x="4" y="36"/>
                      <a:pt x="11" y="43"/>
                    </a:cubicBezTo>
                    <a:close/>
                  </a:path>
                </a:pathLst>
              </a:custGeom>
              <a:solidFill>
                <a:srgbClr val="FFE05E">
                  <a:alpha val="27039"/>
                </a:srgbClr>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17" name="Google Shape;517;p32"/>
              <p:cNvSpPr/>
              <p:nvPr/>
            </p:nvSpPr>
            <p:spPr>
              <a:xfrm>
                <a:off x="1556670" y="3147669"/>
                <a:ext cx="134753" cy="156605"/>
              </a:xfrm>
              <a:custGeom>
                <a:avLst/>
                <a:gdLst/>
                <a:ahLst/>
                <a:cxnLst/>
                <a:rect l="l" t="t" r="r" b="b"/>
                <a:pathLst>
                  <a:path w="37" h="43" extrusionOk="0">
                    <a:moveTo>
                      <a:pt x="5" y="27"/>
                    </a:moveTo>
                    <a:lnTo>
                      <a:pt x="5" y="27"/>
                    </a:lnTo>
                    <a:cubicBezTo>
                      <a:pt x="5" y="29"/>
                      <a:pt x="5" y="29"/>
                      <a:pt x="7" y="29"/>
                    </a:cubicBezTo>
                    <a:cubicBezTo>
                      <a:pt x="10" y="31"/>
                      <a:pt x="14" y="31"/>
                      <a:pt x="18" y="31"/>
                    </a:cubicBezTo>
                    <a:cubicBezTo>
                      <a:pt x="19" y="31"/>
                      <a:pt x="21" y="31"/>
                      <a:pt x="23" y="33"/>
                    </a:cubicBezTo>
                    <a:cubicBezTo>
                      <a:pt x="21" y="36"/>
                      <a:pt x="21" y="40"/>
                      <a:pt x="23" y="42"/>
                    </a:cubicBezTo>
                    <a:lnTo>
                      <a:pt x="23" y="42"/>
                    </a:lnTo>
                    <a:cubicBezTo>
                      <a:pt x="27" y="44"/>
                      <a:pt x="30" y="44"/>
                      <a:pt x="34" y="40"/>
                    </a:cubicBezTo>
                    <a:cubicBezTo>
                      <a:pt x="36" y="36"/>
                      <a:pt x="37" y="33"/>
                      <a:pt x="37" y="29"/>
                    </a:cubicBezTo>
                    <a:cubicBezTo>
                      <a:pt x="37" y="25"/>
                      <a:pt x="36" y="22"/>
                      <a:pt x="32" y="18"/>
                    </a:cubicBezTo>
                    <a:cubicBezTo>
                      <a:pt x="28" y="16"/>
                      <a:pt x="25" y="16"/>
                      <a:pt x="21" y="16"/>
                    </a:cubicBezTo>
                    <a:cubicBezTo>
                      <a:pt x="18" y="16"/>
                      <a:pt x="16" y="16"/>
                      <a:pt x="14" y="15"/>
                    </a:cubicBezTo>
                    <a:lnTo>
                      <a:pt x="14" y="13"/>
                    </a:lnTo>
                    <a:cubicBezTo>
                      <a:pt x="12" y="13"/>
                      <a:pt x="14" y="11"/>
                      <a:pt x="14" y="11"/>
                    </a:cubicBezTo>
                    <a:cubicBezTo>
                      <a:pt x="16" y="6"/>
                      <a:pt x="16" y="2"/>
                      <a:pt x="12" y="0"/>
                    </a:cubicBezTo>
                    <a:cubicBezTo>
                      <a:pt x="9" y="-2"/>
                      <a:pt x="5" y="0"/>
                      <a:pt x="3" y="4"/>
                    </a:cubicBezTo>
                    <a:cubicBezTo>
                      <a:pt x="0" y="9"/>
                      <a:pt x="0" y="15"/>
                      <a:pt x="0" y="18"/>
                    </a:cubicBezTo>
                    <a:cubicBezTo>
                      <a:pt x="0" y="22"/>
                      <a:pt x="1" y="25"/>
                      <a:pt x="5" y="27"/>
                    </a:cubicBezTo>
                    <a:close/>
                  </a:path>
                </a:pathLst>
              </a:custGeom>
              <a:solidFill>
                <a:srgbClr val="FFE05E">
                  <a:alpha val="27039"/>
                </a:srgbClr>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18" name="Google Shape;518;p32"/>
              <p:cNvSpPr/>
              <p:nvPr/>
            </p:nvSpPr>
            <p:spPr>
              <a:xfrm>
                <a:off x="1811609" y="3424460"/>
                <a:ext cx="203951" cy="174815"/>
              </a:xfrm>
              <a:custGeom>
                <a:avLst/>
                <a:gdLst/>
                <a:ahLst/>
                <a:cxnLst/>
                <a:rect l="l" t="t" r="r" b="b"/>
                <a:pathLst>
                  <a:path w="56" h="48" extrusionOk="0">
                    <a:moveTo>
                      <a:pt x="5" y="21"/>
                    </a:moveTo>
                    <a:lnTo>
                      <a:pt x="5" y="21"/>
                    </a:lnTo>
                    <a:cubicBezTo>
                      <a:pt x="7" y="25"/>
                      <a:pt x="11" y="25"/>
                      <a:pt x="14" y="27"/>
                    </a:cubicBezTo>
                    <a:cubicBezTo>
                      <a:pt x="18" y="27"/>
                      <a:pt x="23" y="27"/>
                      <a:pt x="27" y="27"/>
                    </a:cubicBezTo>
                    <a:cubicBezTo>
                      <a:pt x="29" y="27"/>
                      <a:pt x="29" y="27"/>
                      <a:pt x="31" y="27"/>
                    </a:cubicBezTo>
                    <a:cubicBezTo>
                      <a:pt x="36" y="27"/>
                      <a:pt x="38" y="29"/>
                      <a:pt x="40" y="30"/>
                    </a:cubicBezTo>
                    <a:lnTo>
                      <a:pt x="40" y="32"/>
                    </a:lnTo>
                    <a:cubicBezTo>
                      <a:pt x="36" y="36"/>
                      <a:pt x="34" y="41"/>
                      <a:pt x="38" y="45"/>
                    </a:cubicBezTo>
                    <a:cubicBezTo>
                      <a:pt x="40" y="48"/>
                      <a:pt x="45" y="48"/>
                      <a:pt x="49" y="47"/>
                    </a:cubicBezTo>
                    <a:cubicBezTo>
                      <a:pt x="52" y="43"/>
                      <a:pt x="54" y="39"/>
                      <a:pt x="56" y="34"/>
                    </a:cubicBezTo>
                    <a:cubicBezTo>
                      <a:pt x="58" y="29"/>
                      <a:pt x="56" y="21"/>
                      <a:pt x="52" y="18"/>
                    </a:cubicBezTo>
                    <a:cubicBezTo>
                      <a:pt x="49" y="12"/>
                      <a:pt x="43" y="11"/>
                      <a:pt x="34" y="11"/>
                    </a:cubicBezTo>
                    <a:cubicBezTo>
                      <a:pt x="32" y="11"/>
                      <a:pt x="31" y="11"/>
                      <a:pt x="29" y="11"/>
                    </a:cubicBezTo>
                    <a:cubicBezTo>
                      <a:pt x="25" y="11"/>
                      <a:pt x="22" y="11"/>
                      <a:pt x="20" y="11"/>
                    </a:cubicBezTo>
                    <a:cubicBezTo>
                      <a:pt x="18" y="11"/>
                      <a:pt x="16" y="9"/>
                      <a:pt x="14" y="7"/>
                    </a:cubicBezTo>
                    <a:cubicBezTo>
                      <a:pt x="14" y="2"/>
                      <a:pt x="11" y="0"/>
                      <a:pt x="7" y="0"/>
                    </a:cubicBezTo>
                    <a:cubicBezTo>
                      <a:pt x="4" y="2"/>
                      <a:pt x="0" y="5"/>
                      <a:pt x="0" y="11"/>
                    </a:cubicBezTo>
                    <a:cubicBezTo>
                      <a:pt x="0" y="14"/>
                      <a:pt x="2" y="20"/>
                      <a:pt x="5" y="21"/>
                    </a:cubicBezTo>
                    <a:close/>
                  </a:path>
                </a:pathLst>
              </a:custGeom>
              <a:solidFill>
                <a:srgbClr val="FFE05E">
                  <a:alpha val="27039"/>
                </a:srgbClr>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19" name="Google Shape;519;p32"/>
              <p:cNvSpPr/>
              <p:nvPr/>
            </p:nvSpPr>
            <p:spPr>
              <a:xfrm>
                <a:off x="1658646" y="3460880"/>
                <a:ext cx="101976" cy="171173"/>
              </a:xfrm>
              <a:custGeom>
                <a:avLst/>
                <a:gdLst/>
                <a:ahLst/>
                <a:cxnLst/>
                <a:rect l="l" t="t" r="r" b="b"/>
                <a:pathLst>
                  <a:path w="28" h="47" extrusionOk="0">
                    <a:moveTo>
                      <a:pt x="4" y="42"/>
                    </a:moveTo>
                    <a:lnTo>
                      <a:pt x="4" y="42"/>
                    </a:lnTo>
                    <a:cubicBezTo>
                      <a:pt x="6" y="44"/>
                      <a:pt x="6" y="44"/>
                      <a:pt x="8" y="46"/>
                    </a:cubicBezTo>
                    <a:cubicBezTo>
                      <a:pt x="13" y="47"/>
                      <a:pt x="18" y="47"/>
                      <a:pt x="24" y="46"/>
                    </a:cubicBezTo>
                    <a:cubicBezTo>
                      <a:pt x="27" y="44"/>
                      <a:pt x="29" y="38"/>
                      <a:pt x="27" y="35"/>
                    </a:cubicBezTo>
                    <a:cubicBezTo>
                      <a:pt x="27" y="29"/>
                      <a:pt x="24" y="29"/>
                      <a:pt x="18" y="31"/>
                    </a:cubicBezTo>
                    <a:lnTo>
                      <a:pt x="17" y="31"/>
                    </a:lnTo>
                    <a:cubicBezTo>
                      <a:pt x="15" y="29"/>
                      <a:pt x="13" y="29"/>
                      <a:pt x="13" y="28"/>
                    </a:cubicBezTo>
                    <a:cubicBezTo>
                      <a:pt x="13" y="26"/>
                      <a:pt x="15" y="22"/>
                      <a:pt x="15" y="20"/>
                    </a:cubicBezTo>
                    <a:cubicBezTo>
                      <a:pt x="17" y="17"/>
                      <a:pt x="18" y="11"/>
                      <a:pt x="18" y="6"/>
                    </a:cubicBezTo>
                    <a:cubicBezTo>
                      <a:pt x="18" y="2"/>
                      <a:pt x="15" y="-1"/>
                      <a:pt x="11" y="1"/>
                    </a:cubicBezTo>
                    <a:cubicBezTo>
                      <a:pt x="8" y="1"/>
                      <a:pt x="4" y="4"/>
                      <a:pt x="4" y="10"/>
                    </a:cubicBezTo>
                    <a:cubicBezTo>
                      <a:pt x="4" y="11"/>
                      <a:pt x="4" y="13"/>
                      <a:pt x="2" y="17"/>
                    </a:cubicBezTo>
                    <a:cubicBezTo>
                      <a:pt x="0" y="22"/>
                      <a:pt x="-1" y="26"/>
                      <a:pt x="0" y="31"/>
                    </a:cubicBezTo>
                    <a:cubicBezTo>
                      <a:pt x="0" y="37"/>
                      <a:pt x="2" y="40"/>
                      <a:pt x="4" y="42"/>
                    </a:cubicBezTo>
                    <a:close/>
                  </a:path>
                </a:pathLst>
              </a:custGeom>
              <a:solidFill>
                <a:srgbClr val="FFE05E">
                  <a:alpha val="27039"/>
                </a:srgbClr>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20" name="Google Shape;520;p32"/>
              <p:cNvSpPr/>
              <p:nvPr/>
            </p:nvSpPr>
            <p:spPr>
              <a:xfrm>
                <a:off x="1786115" y="3602917"/>
                <a:ext cx="123827" cy="94692"/>
              </a:xfrm>
              <a:custGeom>
                <a:avLst/>
                <a:gdLst/>
                <a:ahLst/>
                <a:cxnLst/>
                <a:rect l="l" t="t" r="r" b="b"/>
                <a:pathLst>
                  <a:path w="34" h="26" extrusionOk="0">
                    <a:moveTo>
                      <a:pt x="1" y="16"/>
                    </a:moveTo>
                    <a:lnTo>
                      <a:pt x="1" y="16"/>
                    </a:lnTo>
                    <a:cubicBezTo>
                      <a:pt x="3" y="18"/>
                      <a:pt x="5" y="18"/>
                      <a:pt x="7" y="18"/>
                    </a:cubicBezTo>
                    <a:cubicBezTo>
                      <a:pt x="12" y="16"/>
                      <a:pt x="18" y="18"/>
                      <a:pt x="20" y="23"/>
                    </a:cubicBezTo>
                    <a:cubicBezTo>
                      <a:pt x="21" y="27"/>
                      <a:pt x="25" y="27"/>
                      <a:pt x="29" y="25"/>
                    </a:cubicBezTo>
                    <a:cubicBezTo>
                      <a:pt x="34" y="23"/>
                      <a:pt x="36" y="18"/>
                      <a:pt x="32" y="14"/>
                    </a:cubicBezTo>
                    <a:cubicBezTo>
                      <a:pt x="29" y="3"/>
                      <a:pt x="16" y="-2"/>
                      <a:pt x="5" y="1"/>
                    </a:cubicBezTo>
                    <a:cubicBezTo>
                      <a:pt x="1" y="3"/>
                      <a:pt x="0" y="7"/>
                      <a:pt x="0" y="12"/>
                    </a:cubicBezTo>
                    <a:cubicBezTo>
                      <a:pt x="0" y="14"/>
                      <a:pt x="0" y="14"/>
                      <a:pt x="1" y="16"/>
                    </a:cubicBezTo>
                    <a:close/>
                  </a:path>
                </a:pathLst>
              </a:custGeom>
              <a:solidFill>
                <a:srgbClr val="FFE05E">
                  <a:alpha val="27039"/>
                </a:srgbClr>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21" name="Google Shape;521;p32"/>
              <p:cNvSpPr/>
              <p:nvPr/>
            </p:nvSpPr>
            <p:spPr>
              <a:xfrm>
                <a:off x="1844387" y="2951002"/>
                <a:ext cx="240371" cy="120186"/>
              </a:xfrm>
              <a:custGeom>
                <a:avLst/>
                <a:gdLst/>
                <a:ahLst/>
                <a:cxnLst/>
                <a:rect l="l" t="t" r="r" b="b"/>
                <a:pathLst>
                  <a:path w="66" h="33" extrusionOk="0">
                    <a:moveTo>
                      <a:pt x="9" y="29"/>
                    </a:moveTo>
                    <a:lnTo>
                      <a:pt x="9" y="29"/>
                    </a:lnTo>
                    <a:cubicBezTo>
                      <a:pt x="13" y="33"/>
                      <a:pt x="18" y="34"/>
                      <a:pt x="22" y="33"/>
                    </a:cubicBezTo>
                    <a:cubicBezTo>
                      <a:pt x="31" y="33"/>
                      <a:pt x="36" y="27"/>
                      <a:pt x="41" y="24"/>
                    </a:cubicBezTo>
                    <a:cubicBezTo>
                      <a:pt x="43" y="22"/>
                      <a:pt x="43" y="22"/>
                      <a:pt x="43" y="22"/>
                    </a:cubicBezTo>
                    <a:cubicBezTo>
                      <a:pt x="49" y="18"/>
                      <a:pt x="52" y="16"/>
                      <a:pt x="52" y="18"/>
                    </a:cubicBezTo>
                    <a:cubicBezTo>
                      <a:pt x="56" y="20"/>
                      <a:pt x="61" y="18"/>
                      <a:pt x="65" y="13"/>
                    </a:cubicBezTo>
                    <a:cubicBezTo>
                      <a:pt x="66" y="9"/>
                      <a:pt x="66" y="4"/>
                      <a:pt x="63" y="2"/>
                    </a:cubicBezTo>
                    <a:cubicBezTo>
                      <a:pt x="56" y="-1"/>
                      <a:pt x="47" y="0"/>
                      <a:pt x="36" y="9"/>
                    </a:cubicBezTo>
                    <a:cubicBezTo>
                      <a:pt x="34" y="11"/>
                      <a:pt x="34" y="11"/>
                      <a:pt x="34" y="11"/>
                    </a:cubicBezTo>
                    <a:cubicBezTo>
                      <a:pt x="31" y="15"/>
                      <a:pt x="27" y="16"/>
                      <a:pt x="25" y="16"/>
                    </a:cubicBezTo>
                    <a:cubicBezTo>
                      <a:pt x="22" y="16"/>
                      <a:pt x="20" y="16"/>
                      <a:pt x="18" y="15"/>
                    </a:cubicBezTo>
                    <a:cubicBezTo>
                      <a:pt x="16" y="11"/>
                      <a:pt x="16" y="7"/>
                      <a:pt x="14" y="4"/>
                    </a:cubicBezTo>
                    <a:cubicBezTo>
                      <a:pt x="14" y="0"/>
                      <a:pt x="11" y="-1"/>
                      <a:pt x="5" y="0"/>
                    </a:cubicBezTo>
                    <a:cubicBezTo>
                      <a:pt x="2" y="2"/>
                      <a:pt x="0" y="7"/>
                      <a:pt x="0" y="11"/>
                    </a:cubicBezTo>
                    <a:cubicBezTo>
                      <a:pt x="2" y="16"/>
                      <a:pt x="2" y="22"/>
                      <a:pt x="5" y="25"/>
                    </a:cubicBezTo>
                    <a:cubicBezTo>
                      <a:pt x="7" y="27"/>
                      <a:pt x="7" y="29"/>
                      <a:pt x="9" y="29"/>
                    </a:cubicBezTo>
                    <a:close/>
                  </a:path>
                </a:pathLst>
              </a:custGeom>
              <a:solidFill>
                <a:srgbClr val="FFE05E">
                  <a:alpha val="27039"/>
                </a:srgbClr>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22" name="Google Shape;522;p32"/>
              <p:cNvSpPr/>
              <p:nvPr/>
            </p:nvSpPr>
            <p:spPr>
              <a:xfrm>
                <a:off x="1451053" y="3322484"/>
                <a:ext cx="101976" cy="262223"/>
              </a:xfrm>
              <a:custGeom>
                <a:avLst/>
                <a:gdLst/>
                <a:ahLst/>
                <a:cxnLst/>
                <a:rect l="l" t="t" r="r" b="b"/>
                <a:pathLst>
                  <a:path w="28" h="72" extrusionOk="0">
                    <a:moveTo>
                      <a:pt x="7" y="69"/>
                    </a:moveTo>
                    <a:lnTo>
                      <a:pt x="7" y="69"/>
                    </a:lnTo>
                    <a:cubicBezTo>
                      <a:pt x="9" y="73"/>
                      <a:pt x="13" y="73"/>
                      <a:pt x="14" y="69"/>
                    </a:cubicBezTo>
                    <a:cubicBezTo>
                      <a:pt x="18" y="67"/>
                      <a:pt x="20" y="62"/>
                      <a:pt x="18" y="58"/>
                    </a:cubicBezTo>
                    <a:cubicBezTo>
                      <a:pt x="14" y="55"/>
                      <a:pt x="13" y="49"/>
                      <a:pt x="14" y="44"/>
                    </a:cubicBezTo>
                    <a:cubicBezTo>
                      <a:pt x="14" y="42"/>
                      <a:pt x="16" y="40"/>
                      <a:pt x="18" y="39"/>
                    </a:cubicBezTo>
                    <a:cubicBezTo>
                      <a:pt x="22" y="35"/>
                      <a:pt x="25" y="30"/>
                      <a:pt x="27" y="24"/>
                    </a:cubicBezTo>
                    <a:cubicBezTo>
                      <a:pt x="29" y="19"/>
                      <a:pt x="29" y="12"/>
                      <a:pt x="25" y="6"/>
                    </a:cubicBezTo>
                    <a:cubicBezTo>
                      <a:pt x="22" y="3"/>
                      <a:pt x="16" y="-1"/>
                      <a:pt x="11" y="1"/>
                    </a:cubicBezTo>
                    <a:cubicBezTo>
                      <a:pt x="7" y="1"/>
                      <a:pt x="5" y="6"/>
                      <a:pt x="4" y="10"/>
                    </a:cubicBezTo>
                    <a:cubicBezTo>
                      <a:pt x="4" y="14"/>
                      <a:pt x="7" y="17"/>
                      <a:pt x="11" y="15"/>
                    </a:cubicBezTo>
                    <a:cubicBezTo>
                      <a:pt x="13" y="15"/>
                      <a:pt x="13" y="17"/>
                      <a:pt x="14" y="17"/>
                    </a:cubicBezTo>
                    <a:cubicBezTo>
                      <a:pt x="14" y="19"/>
                      <a:pt x="14" y="21"/>
                      <a:pt x="14" y="23"/>
                    </a:cubicBezTo>
                    <a:cubicBezTo>
                      <a:pt x="14" y="24"/>
                      <a:pt x="13" y="26"/>
                      <a:pt x="9" y="30"/>
                    </a:cubicBezTo>
                    <a:cubicBezTo>
                      <a:pt x="7" y="33"/>
                      <a:pt x="4" y="37"/>
                      <a:pt x="2" y="42"/>
                    </a:cubicBezTo>
                    <a:cubicBezTo>
                      <a:pt x="-2" y="53"/>
                      <a:pt x="4" y="64"/>
                      <a:pt x="5" y="69"/>
                    </a:cubicBezTo>
                    <a:lnTo>
                      <a:pt x="7" y="69"/>
                    </a:lnTo>
                    <a:close/>
                  </a:path>
                </a:pathLst>
              </a:custGeom>
              <a:solidFill>
                <a:srgbClr val="FFE05E">
                  <a:alpha val="27039"/>
                </a:srgbClr>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23" name="Google Shape;523;p32"/>
              <p:cNvSpPr/>
              <p:nvPr/>
            </p:nvSpPr>
            <p:spPr>
              <a:xfrm>
                <a:off x="1443769" y="3621127"/>
                <a:ext cx="182099" cy="131111"/>
              </a:xfrm>
              <a:custGeom>
                <a:avLst/>
                <a:gdLst/>
                <a:ahLst/>
                <a:cxnLst/>
                <a:rect l="l" t="t" r="r" b="b"/>
                <a:pathLst>
                  <a:path w="50" h="36" extrusionOk="0">
                    <a:moveTo>
                      <a:pt x="7" y="29"/>
                    </a:moveTo>
                    <a:lnTo>
                      <a:pt x="7" y="29"/>
                    </a:lnTo>
                    <a:cubicBezTo>
                      <a:pt x="7" y="29"/>
                      <a:pt x="7" y="31"/>
                      <a:pt x="9" y="31"/>
                    </a:cubicBezTo>
                    <a:cubicBezTo>
                      <a:pt x="15" y="36"/>
                      <a:pt x="24" y="36"/>
                      <a:pt x="31" y="32"/>
                    </a:cubicBezTo>
                    <a:cubicBezTo>
                      <a:pt x="31" y="32"/>
                      <a:pt x="32" y="31"/>
                      <a:pt x="34" y="31"/>
                    </a:cubicBezTo>
                    <a:cubicBezTo>
                      <a:pt x="36" y="31"/>
                      <a:pt x="36" y="31"/>
                      <a:pt x="36" y="31"/>
                    </a:cubicBezTo>
                    <a:cubicBezTo>
                      <a:pt x="36" y="32"/>
                      <a:pt x="36" y="34"/>
                      <a:pt x="38" y="34"/>
                    </a:cubicBezTo>
                    <a:cubicBezTo>
                      <a:pt x="41" y="38"/>
                      <a:pt x="45" y="36"/>
                      <a:pt x="47" y="32"/>
                    </a:cubicBezTo>
                    <a:cubicBezTo>
                      <a:pt x="50" y="29"/>
                      <a:pt x="50" y="23"/>
                      <a:pt x="49" y="20"/>
                    </a:cubicBezTo>
                    <a:cubicBezTo>
                      <a:pt x="47" y="16"/>
                      <a:pt x="43" y="13"/>
                      <a:pt x="38" y="14"/>
                    </a:cubicBezTo>
                    <a:cubicBezTo>
                      <a:pt x="34" y="14"/>
                      <a:pt x="31" y="16"/>
                      <a:pt x="29" y="18"/>
                    </a:cubicBezTo>
                    <a:lnTo>
                      <a:pt x="27" y="18"/>
                    </a:lnTo>
                    <a:cubicBezTo>
                      <a:pt x="24" y="20"/>
                      <a:pt x="20" y="20"/>
                      <a:pt x="16" y="18"/>
                    </a:cubicBezTo>
                    <a:cubicBezTo>
                      <a:pt x="15" y="16"/>
                      <a:pt x="13" y="13"/>
                      <a:pt x="13" y="7"/>
                    </a:cubicBezTo>
                    <a:cubicBezTo>
                      <a:pt x="13" y="3"/>
                      <a:pt x="11" y="0"/>
                      <a:pt x="7" y="0"/>
                    </a:cubicBezTo>
                    <a:cubicBezTo>
                      <a:pt x="4" y="2"/>
                      <a:pt x="0" y="5"/>
                      <a:pt x="0" y="9"/>
                    </a:cubicBezTo>
                    <a:cubicBezTo>
                      <a:pt x="0" y="16"/>
                      <a:pt x="2" y="23"/>
                      <a:pt x="7" y="29"/>
                    </a:cubicBezTo>
                    <a:close/>
                  </a:path>
                </a:pathLst>
              </a:custGeom>
              <a:solidFill>
                <a:srgbClr val="FFE05E">
                  <a:alpha val="27039"/>
                </a:srgbClr>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24" name="Google Shape;524;p32"/>
              <p:cNvSpPr/>
              <p:nvPr/>
            </p:nvSpPr>
            <p:spPr>
              <a:xfrm>
                <a:off x="2288709" y="2859953"/>
                <a:ext cx="152963" cy="378766"/>
              </a:xfrm>
              <a:custGeom>
                <a:avLst/>
                <a:gdLst/>
                <a:ahLst/>
                <a:cxnLst/>
                <a:rect l="l" t="t" r="r" b="b"/>
                <a:pathLst>
                  <a:path w="42" h="104" extrusionOk="0">
                    <a:moveTo>
                      <a:pt x="4" y="103"/>
                    </a:moveTo>
                    <a:lnTo>
                      <a:pt x="4" y="103"/>
                    </a:lnTo>
                    <a:cubicBezTo>
                      <a:pt x="6" y="104"/>
                      <a:pt x="8" y="104"/>
                      <a:pt x="11" y="103"/>
                    </a:cubicBezTo>
                    <a:cubicBezTo>
                      <a:pt x="27" y="97"/>
                      <a:pt x="40" y="79"/>
                      <a:pt x="36" y="65"/>
                    </a:cubicBezTo>
                    <a:cubicBezTo>
                      <a:pt x="36" y="59"/>
                      <a:pt x="35" y="54"/>
                      <a:pt x="33" y="50"/>
                    </a:cubicBezTo>
                    <a:cubicBezTo>
                      <a:pt x="31" y="47"/>
                      <a:pt x="29" y="43"/>
                      <a:pt x="29" y="41"/>
                    </a:cubicBezTo>
                    <a:cubicBezTo>
                      <a:pt x="29" y="38"/>
                      <a:pt x="31" y="36"/>
                      <a:pt x="33" y="32"/>
                    </a:cubicBezTo>
                    <a:cubicBezTo>
                      <a:pt x="35" y="31"/>
                      <a:pt x="36" y="29"/>
                      <a:pt x="38" y="27"/>
                    </a:cubicBezTo>
                    <a:cubicBezTo>
                      <a:pt x="44" y="16"/>
                      <a:pt x="44" y="4"/>
                      <a:pt x="33" y="0"/>
                    </a:cubicBezTo>
                    <a:cubicBezTo>
                      <a:pt x="29" y="0"/>
                      <a:pt x="24" y="2"/>
                      <a:pt x="20" y="7"/>
                    </a:cubicBezTo>
                    <a:cubicBezTo>
                      <a:pt x="18" y="11"/>
                      <a:pt x="20" y="16"/>
                      <a:pt x="24" y="18"/>
                    </a:cubicBezTo>
                    <a:cubicBezTo>
                      <a:pt x="24" y="18"/>
                      <a:pt x="24" y="20"/>
                      <a:pt x="22" y="22"/>
                    </a:cubicBezTo>
                    <a:cubicBezTo>
                      <a:pt x="20" y="24"/>
                      <a:pt x="20" y="25"/>
                      <a:pt x="18" y="27"/>
                    </a:cubicBezTo>
                    <a:cubicBezTo>
                      <a:pt x="17" y="31"/>
                      <a:pt x="13" y="36"/>
                      <a:pt x="11" y="41"/>
                    </a:cubicBezTo>
                    <a:cubicBezTo>
                      <a:pt x="9" y="50"/>
                      <a:pt x="13" y="56"/>
                      <a:pt x="17" y="61"/>
                    </a:cubicBezTo>
                    <a:cubicBezTo>
                      <a:pt x="17" y="65"/>
                      <a:pt x="18" y="68"/>
                      <a:pt x="18" y="70"/>
                    </a:cubicBezTo>
                    <a:cubicBezTo>
                      <a:pt x="20" y="76"/>
                      <a:pt x="15" y="85"/>
                      <a:pt x="8" y="86"/>
                    </a:cubicBezTo>
                    <a:cubicBezTo>
                      <a:pt x="4" y="88"/>
                      <a:pt x="0" y="94"/>
                      <a:pt x="0" y="97"/>
                    </a:cubicBezTo>
                    <a:cubicBezTo>
                      <a:pt x="0" y="99"/>
                      <a:pt x="2" y="101"/>
                      <a:pt x="4" y="103"/>
                    </a:cubicBezTo>
                    <a:close/>
                  </a:path>
                </a:pathLst>
              </a:custGeom>
              <a:solidFill>
                <a:srgbClr val="FFE05E">
                  <a:alpha val="27039"/>
                </a:srgbClr>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25" name="Google Shape;525;p32"/>
              <p:cNvSpPr/>
              <p:nvPr/>
            </p:nvSpPr>
            <p:spPr>
              <a:xfrm>
                <a:off x="2066548" y="2656002"/>
                <a:ext cx="269507" cy="138395"/>
              </a:xfrm>
              <a:custGeom>
                <a:avLst/>
                <a:gdLst/>
                <a:ahLst/>
                <a:cxnLst/>
                <a:rect l="l" t="t" r="r" b="b"/>
                <a:pathLst>
                  <a:path w="74" h="38" extrusionOk="0">
                    <a:moveTo>
                      <a:pt x="2" y="27"/>
                    </a:moveTo>
                    <a:lnTo>
                      <a:pt x="2" y="27"/>
                    </a:lnTo>
                    <a:cubicBezTo>
                      <a:pt x="4" y="27"/>
                      <a:pt x="4" y="27"/>
                      <a:pt x="5" y="27"/>
                    </a:cubicBezTo>
                    <a:cubicBezTo>
                      <a:pt x="7" y="27"/>
                      <a:pt x="9" y="29"/>
                      <a:pt x="11" y="31"/>
                    </a:cubicBezTo>
                    <a:cubicBezTo>
                      <a:pt x="13" y="33"/>
                      <a:pt x="14" y="33"/>
                      <a:pt x="14" y="34"/>
                    </a:cubicBezTo>
                    <a:cubicBezTo>
                      <a:pt x="22" y="40"/>
                      <a:pt x="31" y="40"/>
                      <a:pt x="40" y="34"/>
                    </a:cubicBezTo>
                    <a:cubicBezTo>
                      <a:pt x="43" y="31"/>
                      <a:pt x="47" y="25"/>
                      <a:pt x="49" y="22"/>
                    </a:cubicBezTo>
                    <a:cubicBezTo>
                      <a:pt x="51" y="20"/>
                      <a:pt x="51" y="18"/>
                      <a:pt x="52" y="18"/>
                    </a:cubicBezTo>
                    <a:lnTo>
                      <a:pt x="54" y="18"/>
                    </a:lnTo>
                    <a:cubicBezTo>
                      <a:pt x="56" y="18"/>
                      <a:pt x="56" y="18"/>
                      <a:pt x="56" y="18"/>
                    </a:cubicBezTo>
                    <a:cubicBezTo>
                      <a:pt x="58" y="24"/>
                      <a:pt x="61" y="25"/>
                      <a:pt x="67" y="24"/>
                    </a:cubicBezTo>
                    <a:cubicBezTo>
                      <a:pt x="70" y="22"/>
                      <a:pt x="74" y="16"/>
                      <a:pt x="74" y="13"/>
                    </a:cubicBezTo>
                    <a:cubicBezTo>
                      <a:pt x="74" y="6"/>
                      <a:pt x="69" y="2"/>
                      <a:pt x="63" y="0"/>
                    </a:cubicBezTo>
                    <a:cubicBezTo>
                      <a:pt x="56" y="0"/>
                      <a:pt x="49" y="2"/>
                      <a:pt x="43" y="7"/>
                    </a:cubicBezTo>
                    <a:cubicBezTo>
                      <a:pt x="40" y="11"/>
                      <a:pt x="38" y="13"/>
                      <a:pt x="36" y="16"/>
                    </a:cubicBezTo>
                    <a:cubicBezTo>
                      <a:pt x="34" y="18"/>
                      <a:pt x="32" y="20"/>
                      <a:pt x="32" y="20"/>
                    </a:cubicBezTo>
                    <a:cubicBezTo>
                      <a:pt x="32" y="20"/>
                      <a:pt x="29" y="20"/>
                      <a:pt x="27" y="18"/>
                    </a:cubicBezTo>
                    <a:cubicBezTo>
                      <a:pt x="25" y="18"/>
                      <a:pt x="25" y="18"/>
                      <a:pt x="23" y="16"/>
                    </a:cubicBezTo>
                    <a:cubicBezTo>
                      <a:pt x="20" y="15"/>
                      <a:pt x="16" y="11"/>
                      <a:pt x="11" y="11"/>
                    </a:cubicBezTo>
                    <a:cubicBezTo>
                      <a:pt x="7" y="11"/>
                      <a:pt x="2" y="13"/>
                      <a:pt x="0" y="18"/>
                    </a:cubicBezTo>
                    <a:cubicBezTo>
                      <a:pt x="0" y="22"/>
                      <a:pt x="0" y="25"/>
                      <a:pt x="2" y="27"/>
                    </a:cubicBezTo>
                    <a:close/>
                  </a:path>
                </a:pathLst>
              </a:custGeom>
              <a:solidFill>
                <a:srgbClr val="FFE05E">
                  <a:alpha val="27039"/>
                </a:srgbClr>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26" name="Google Shape;526;p32"/>
              <p:cNvSpPr/>
              <p:nvPr/>
            </p:nvSpPr>
            <p:spPr>
              <a:xfrm>
                <a:off x="1611300" y="2659644"/>
                <a:ext cx="342346" cy="254939"/>
              </a:xfrm>
              <a:custGeom>
                <a:avLst/>
                <a:gdLst/>
                <a:ahLst/>
                <a:cxnLst/>
                <a:rect l="l" t="t" r="r" b="b"/>
                <a:pathLst>
                  <a:path w="94" h="70" extrusionOk="0">
                    <a:moveTo>
                      <a:pt x="3" y="70"/>
                    </a:moveTo>
                    <a:lnTo>
                      <a:pt x="3" y="70"/>
                    </a:lnTo>
                    <a:lnTo>
                      <a:pt x="4" y="70"/>
                    </a:lnTo>
                    <a:cubicBezTo>
                      <a:pt x="8" y="70"/>
                      <a:pt x="12" y="68"/>
                      <a:pt x="13" y="62"/>
                    </a:cubicBezTo>
                    <a:cubicBezTo>
                      <a:pt x="15" y="59"/>
                      <a:pt x="21" y="55"/>
                      <a:pt x="26" y="53"/>
                    </a:cubicBezTo>
                    <a:cubicBezTo>
                      <a:pt x="26" y="53"/>
                      <a:pt x="28" y="51"/>
                      <a:pt x="30" y="51"/>
                    </a:cubicBezTo>
                    <a:cubicBezTo>
                      <a:pt x="37" y="50"/>
                      <a:pt x="44" y="46"/>
                      <a:pt x="51" y="41"/>
                    </a:cubicBezTo>
                    <a:cubicBezTo>
                      <a:pt x="55" y="37"/>
                      <a:pt x="59" y="32"/>
                      <a:pt x="60" y="28"/>
                    </a:cubicBezTo>
                    <a:cubicBezTo>
                      <a:pt x="62" y="24"/>
                      <a:pt x="66" y="23"/>
                      <a:pt x="68" y="21"/>
                    </a:cubicBezTo>
                    <a:cubicBezTo>
                      <a:pt x="71" y="15"/>
                      <a:pt x="78" y="15"/>
                      <a:pt x="82" y="17"/>
                    </a:cubicBezTo>
                    <a:cubicBezTo>
                      <a:pt x="84" y="19"/>
                      <a:pt x="89" y="17"/>
                      <a:pt x="93" y="14"/>
                    </a:cubicBezTo>
                    <a:cubicBezTo>
                      <a:pt x="95" y="10"/>
                      <a:pt x="95" y="5"/>
                      <a:pt x="93" y="3"/>
                    </a:cubicBezTo>
                    <a:lnTo>
                      <a:pt x="93" y="3"/>
                    </a:lnTo>
                    <a:cubicBezTo>
                      <a:pt x="84" y="-3"/>
                      <a:pt x="69" y="-1"/>
                      <a:pt x="59" y="10"/>
                    </a:cubicBezTo>
                    <a:cubicBezTo>
                      <a:pt x="55" y="14"/>
                      <a:pt x="53" y="17"/>
                      <a:pt x="49" y="21"/>
                    </a:cubicBezTo>
                    <a:cubicBezTo>
                      <a:pt x="48" y="24"/>
                      <a:pt x="46" y="28"/>
                      <a:pt x="44" y="30"/>
                    </a:cubicBezTo>
                    <a:cubicBezTo>
                      <a:pt x="40" y="33"/>
                      <a:pt x="35" y="35"/>
                      <a:pt x="30" y="37"/>
                    </a:cubicBezTo>
                    <a:cubicBezTo>
                      <a:pt x="28" y="37"/>
                      <a:pt x="26" y="37"/>
                      <a:pt x="24" y="39"/>
                    </a:cubicBezTo>
                    <a:cubicBezTo>
                      <a:pt x="12" y="42"/>
                      <a:pt x="3" y="51"/>
                      <a:pt x="1" y="62"/>
                    </a:cubicBezTo>
                    <a:cubicBezTo>
                      <a:pt x="-1" y="66"/>
                      <a:pt x="1" y="68"/>
                      <a:pt x="3" y="70"/>
                    </a:cubicBezTo>
                    <a:close/>
                  </a:path>
                </a:pathLst>
              </a:custGeom>
              <a:solidFill>
                <a:srgbClr val="FFE05E">
                  <a:alpha val="27039"/>
                </a:srgbClr>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27" name="Google Shape;527;p32"/>
              <p:cNvSpPr/>
              <p:nvPr/>
            </p:nvSpPr>
            <p:spPr>
              <a:xfrm>
                <a:off x="2143030" y="2401063"/>
                <a:ext cx="298643" cy="163889"/>
              </a:xfrm>
              <a:custGeom>
                <a:avLst/>
                <a:gdLst/>
                <a:ahLst/>
                <a:cxnLst/>
                <a:rect l="l" t="t" r="r" b="b"/>
                <a:pathLst>
                  <a:path w="82" h="45" extrusionOk="0">
                    <a:moveTo>
                      <a:pt x="4" y="43"/>
                    </a:moveTo>
                    <a:lnTo>
                      <a:pt x="4" y="43"/>
                    </a:lnTo>
                    <a:cubicBezTo>
                      <a:pt x="10" y="45"/>
                      <a:pt x="17" y="45"/>
                      <a:pt x="22" y="43"/>
                    </a:cubicBezTo>
                    <a:cubicBezTo>
                      <a:pt x="31" y="40"/>
                      <a:pt x="39" y="34"/>
                      <a:pt x="44" y="27"/>
                    </a:cubicBezTo>
                    <a:cubicBezTo>
                      <a:pt x="49" y="23"/>
                      <a:pt x="55" y="20"/>
                      <a:pt x="58" y="18"/>
                    </a:cubicBezTo>
                    <a:cubicBezTo>
                      <a:pt x="60" y="18"/>
                      <a:pt x="62" y="16"/>
                      <a:pt x="64" y="18"/>
                    </a:cubicBezTo>
                    <a:cubicBezTo>
                      <a:pt x="64" y="23"/>
                      <a:pt x="67" y="25"/>
                      <a:pt x="73" y="23"/>
                    </a:cubicBezTo>
                    <a:cubicBezTo>
                      <a:pt x="78" y="23"/>
                      <a:pt x="82" y="18"/>
                      <a:pt x="82" y="13"/>
                    </a:cubicBezTo>
                    <a:cubicBezTo>
                      <a:pt x="82" y="9"/>
                      <a:pt x="80" y="4"/>
                      <a:pt x="76" y="2"/>
                    </a:cubicBezTo>
                    <a:cubicBezTo>
                      <a:pt x="73" y="0"/>
                      <a:pt x="66" y="-2"/>
                      <a:pt x="58" y="2"/>
                    </a:cubicBezTo>
                    <a:cubicBezTo>
                      <a:pt x="49" y="4"/>
                      <a:pt x="42" y="13"/>
                      <a:pt x="37" y="16"/>
                    </a:cubicBezTo>
                    <a:cubicBezTo>
                      <a:pt x="31" y="22"/>
                      <a:pt x="26" y="25"/>
                      <a:pt x="22" y="27"/>
                    </a:cubicBezTo>
                    <a:cubicBezTo>
                      <a:pt x="19" y="29"/>
                      <a:pt x="17" y="27"/>
                      <a:pt x="17" y="27"/>
                    </a:cubicBezTo>
                    <a:cubicBezTo>
                      <a:pt x="17" y="22"/>
                      <a:pt x="13" y="20"/>
                      <a:pt x="8" y="22"/>
                    </a:cubicBezTo>
                    <a:cubicBezTo>
                      <a:pt x="2" y="23"/>
                      <a:pt x="-1" y="29"/>
                      <a:pt x="1" y="32"/>
                    </a:cubicBezTo>
                    <a:cubicBezTo>
                      <a:pt x="1" y="38"/>
                      <a:pt x="2" y="41"/>
                      <a:pt x="4" y="43"/>
                    </a:cubicBezTo>
                    <a:close/>
                  </a:path>
                </a:pathLst>
              </a:custGeom>
              <a:solidFill>
                <a:srgbClr val="FFE05E">
                  <a:alpha val="27039"/>
                </a:srgbClr>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28" name="Google Shape;528;p32"/>
              <p:cNvSpPr/>
              <p:nvPr/>
            </p:nvSpPr>
            <p:spPr>
              <a:xfrm>
                <a:off x="1993708" y="2499396"/>
                <a:ext cx="94692" cy="138395"/>
              </a:xfrm>
              <a:custGeom>
                <a:avLst/>
                <a:gdLst/>
                <a:ahLst/>
                <a:cxnLst/>
                <a:rect l="l" t="t" r="r" b="b"/>
                <a:pathLst>
                  <a:path w="26" h="38" extrusionOk="0">
                    <a:moveTo>
                      <a:pt x="9" y="38"/>
                    </a:moveTo>
                    <a:lnTo>
                      <a:pt x="9" y="38"/>
                    </a:lnTo>
                    <a:cubicBezTo>
                      <a:pt x="11" y="38"/>
                      <a:pt x="11" y="38"/>
                      <a:pt x="11" y="38"/>
                    </a:cubicBezTo>
                    <a:cubicBezTo>
                      <a:pt x="15" y="40"/>
                      <a:pt x="20" y="36"/>
                      <a:pt x="22" y="32"/>
                    </a:cubicBezTo>
                    <a:cubicBezTo>
                      <a:pt x="25" y="25"/>
                      <a:pt x="27" y="18"/>
                      <a:pt x="25" y="11"/>
                    </a:cubicBezTo>
                    <a:cubicBezTo>
                      <a:pt x="22" y="4"/>
                      <a:pt x="18" y="0"/>
                      <a:pt x="11" y="0"/>
                    </a:cubicBezTo>
                    <a:cubicBezTo>
                      <a:pt x="8" y="0"/>
                      <a:pt x="2" y="4"/>
                      <a:pt x="0" y="7"/>
                    </a:cubicBezTo>
                    <a:cubicBezTo>
                      <a:pt x="-1" y="13"/>
                      <a:pt x="0" y="16"/>
                      <a:pt x="6" y="16"/>
                    </a:cubicBezTo>
                    <a:cubicBezTo>
                      <a:pt x="8" y="16"/>
                      <a:pt x="9" y="18"/>
                      <a:pt x="9" y="20"/>
                    </a:cubicBezTo>
                    <a:cubicBezTo>
                      <a:pt x="11" y="23"/>
                      <a:pt x="9" y="25"/>
                      <a:pt x="9" y="29"/>
                    </a:cubicBezTo>
                    <a:cubicBezTo>
                      <a:pt x="8" y="32"/>
                      <a:pt x="8" y="36"/>
                      <a:pt x="9" y="38"/>
                    </a:cubicBezTo>
                    <a:close/>
                  </a:path>
                </a:pathLst>
              </a:custGeom>
              <a:solidFill>
                <a:srgbClr val="FFE05E">
                  <a:alpha val="27039"/>
                </a:srgbClr>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29" name="Google Shape;529;p32"/>
              <p:cNvSpPr/>
              <p:nvPr/>
            </p:nvSpPr>
            <p:spPr>
              <a:xfrm>
                <a:off x="2401610" y="2484829"/>
                <a:ext cx="171173" cy="265865"/>
              </a:xfrm>
              <a:custGeom>
                <a:avLst/>
                <a:gdLst/>
                <a:ahLst/>
                <a:cxnLst/>
                <a:rect l="l" t="t" r="r" b="b"/>
                <a:pathLst>
                  <a:path w="47" h="73" extrusionOk="0">
                    <a:moveTo>
                      <a:pt x="4" y="72"/>
                    </a:moveTo>
                    <a:lnTo>
                      <a:pt x="4" y="72"/>
                    </a:lnTo>
                    <a:cubicBezTo>
                      <a:pt x="5" y="72"/>
                      <a:pt x="7" y="74"/>
                      <a:pt x="9" y="72"/>
                    </a:cubicBezTo>
                    <a:cubicBezTo>
                      <a:pt x="18" y="71"/>
                      <a:pt x="29" y="63"/>
                      <a:pt x="34" y="53"/>
                    </a:cubicBezTo>
                    <a:cubicBezTo>
                      <a:pt x="39" y="45"/>
                      <a:pt x="41" y="36"/>
                      <a:pt x="41" y="31"/>
                    </a:cubicBezTo>
                    <a:cubicBezTo>
                      <a:pt x="47" y="8"/>
                      <a:pt x="47" y="8"/>
                      <a:pt x="47" y="8"/>
                    </a:cubicBezTo>
                    <a:cubicBezTo>
                      <a:pt x="48" y="2"/>
                      <a:pt x="45" y="-1"/>
                      <a:pt x="39" y="0"/>
                    </a:cubicBezTo>
                    <a:cubicBezTo>
                      <a:pt x="34" y="0"/>
                      <a:pt x="29" y="6"/>
                      <a:pt x="29" y="9"/>
                    </a:cubicBezTo>
                    <a:cubicBezTo>
                      <a:pt x="23" y="33"/>
                      <a:pt x="23" y="33"/>
                      <a:pt x="23" y="33"/>
                    </a:cubicBezTo>
                    <a:cubicBezTo>
                      <a:pt x="22" y="38"/>
                      <a:pt x="22" y="44"/>
                      <a:pt x="18" y="49"/>
                    </a:cubicBezTo>
                    <a:cubicBezTo>
                      <a:pt x="16" y="53"/>
                      <a:pt x="13" y="54"/>
                      <a:pt x="11" y="56"/>
                    </a:cubicBezTo>
                    <a:cubicBezTo>
                      <a:pt x="5" y="56"/>
                      <a:pt x="2" y="62"/>
                      <a:pt x="0" y="65"/>
                    </a:cubicBezTo>
                    <a:cubicBezTo>
                      <a:pt x="0" y="69"/>
                      <a:pt x="2" y="71"/>
                      <a:pt x="4" y="72"/>
                    </a:cubicBezTo>
                    <a:close/>
                  </a:path>
                </a:pathLst>
              </a:custGeom>
              <a:solidFill>
                <a:srgbClr val="FFE05E">
                  <a:alpha val="27039"/>
                </a:srgbClr>
              </a:solidFill>
              <a:ln>
                <a:noFill/>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grpSp>
        <p:nvGrpSpPr>
          <p:cNvPr id="530" name="Google Shape;530;p32"/>
          <p:cNvGrpSpPr/>
          <p:nvPr/>
        </p:nvGrpSpPr>
        <p:grpSpPr>
          <a:xfrm flipH="1">
            <a:off x="-156600" y="-121650"/>
            <a:ext cx="9457200" cy="5386800"/>
            <a:chOff x="-156600" y="-121650"/>
            <a:chExt cx="9457200" cy="5386800"/>
          </a:xfrm>
        </p:grpSpPr>
        <p:cxnSp>
          <p:nvCxnSpPr>
            <p:cNvPr id="531" name="Google Shape;531;p32"/>
            <p:cNvCxnSpPr/>
            <p:nvPr/>
          </p:nvCxnSpPr>
          <p:spPr>
            <a:xfrm>
              <a:off x="-156600" y="4816475"/>
              <a:ext cx="9457200" cy="0"/>
            </a:xfrm>
            <a:prstGeom prst="straightConnector1">
              <a:avLst/>
            </a:prstGeom>
            <a:noFill/>
            <a:ln w="9525" cap="flat" cmpd="sng">
              <a:solidFill>
                <a:schemeClr val="accent4"/>
              </a:solidFill>
              <a:prstDash val="solid"/>
              <a:round/>
              <a:headEnd type="none" w="med" len="med"/>
              <a:tailEnd type="none" w="med" len="med"/>
            </a:ln>
          </p:spPr>
        </p:cxnSp>
        <p:cxnSp>
          <p:nvCxnSpPr>
            <p:cNvPr id="532" name="Google Shape;532;p32"/>
            <p:cNvCxnSpPr/>
            <p:nvPr/>
          </p:nvCxnSpPr>
          <p:spPr>
            <a:xfrm rot="10800000">
              <a:off x="8769875" y="-121650"/>
              <a:ext cx="0" cy="5386800"/>
            </a:xfrm>
            <a:prstGeom prst="straightConnector1">
              <a:avLst/>
            </a:prstGeom>
            <a:noFill/>
            <a:ln w="9525" cap="flat" cmpd="sng">
              <a:solidFill>
                <a:schemeClr val="accent4"/>
              </a:solidFill>
              <a:prstDash val="solid"/>
              <a:round/>
              <a:headEnd type="none" w="med" len="med"/>
              <a:tailEnd type="none" w="med" len="med"/>
            </a:ln>
          </p:spPr>
        </p:cxn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600"/>
              <a:buFont typeface="Sora"/>
              <a:buNone/>
              <a:defRPr sz="2600" b="1">
                <a:solidFill>
                  <a:schemeClr val="dk1"/>
                </a:solidFill>
                <a:latin typeface="Sora"/>
                <a:ea typeface="Sora"/>
                <a:cs typeface="Sora"/>
                <a:sym typeface="Sora"/>
              </a:defRPr>
            </a:lvl1pPr>
            <a:lvl2pPr lvl="1" rtl="0">
              <a:spcBef>
                <a:spcPts val="0"/>
              </a:spcBef>
              <a:spcAft>
                <a:spcPts val="0"/>
              </a:spcAft>
              <a:buClr>
                <a:schemeClr val="dk1"/>
              </a:buClr>
              <a:buSzPts val="3500"/>
              <a:buFont typeface="Sora"/>
              <a:buNone/>
              <a:defRPr sz="3500" b="1">
                <a:solidFill>
                  <a:schemeClr val="dk1"/>
                </a:solidFill>
                <a:latin typeface="Sora"/>
                <a:ea typeface="Sora"/>
                <a:cs typeface="Sora"/>
                <a:sym typeface="Sora"/>
              </a:defRPr>
            </a:lvl2pPr>
            <a:lvl3pPr lvl="2" rtl="0">
              <a:spcBef>
                <a:spcPts val="0"/>
              </a:spcBef>
              <a:spcAft>
                <a:spcPts val="0"/>
              </a:spcAft>
              <a:buClr>
                <a:schemeClr val="dk1"/>
              </a:buClr>
              <a:buSzPts val="3500"/>
              <a:buFont typeface="Sora"/>
              <a:buNone/>
              <a:defRPr sz="3500" b="1">
                <a:solidFill>
                  <a:schemeClr val="dk1"/>
                </a:solidFill>
                <a:latin typeface="Sora"/>
                <a:ea typeface="Sora"/>
                <a:cs typeface="Sora"/>
                <a:sym typeface="Sora"/>
              </a:defRPr>
            </a:lvl3pPr>
            <a:lvl4pPr lvl="3" rtl="0">
              <a:spcBef>
                <a:spcPts val="0"/>
              </a:spcBef>
              <a:spcAft>
                <a:spcPts val="0"/>
              </a:spcAft>
              <a:buClr>
                <a:schemeClr val="dk1"/>
              </a:buClr>
              <a:buSzPts val="3500"/>
              <a:buFont typeface="Sora"/>
              <a:buNone/>
              <a:defRPr sz="3500" b="1">
                <a:solidFill>
                  <a:schemeClr val="dk1"/>
                </a:solidFill>
                <a:latin typeface="Sora"/>
                <a:ea typeface="Sora"/>
                <a:cs typeface="Sora"/>
                <a:sym typeface="Sora"/>
              </a:defRPr>
            </a:lvl4pPr>
            <a:lvl5pPr lvl="4" rtl="0">
              <a:spcBef>
                <a:spcPts val="0"/>
              </a:spcBef>
              <a:spcAft>
                <a:spcPts val="0"/>
              </a:spcAft>
              <a:buClr>
                <a:schemeClr val="dk1"/>
              </a:buClr>
              <a:buSzPts val="3500"/>
              <a:buFont typeface="Sora"/>
              <a:buNone/>
              <a:defRPr sz="3500" b="1">
                <a:solidFill>
                  <a:schemeClr val="dk1"/>
                </a:solidFill>
                <a:latin typeface="Sora"/>
                <a:ea typeface="Sora"/>
                <a:cs typeface="Sora"/>
                <a:sym typeface="Sora"/>
              </a:defRPr>
            </a:lvl5pPr>
            <a:lvl6pPr lvl="5" rtl="0">
              <a:spcBef>
                <a:spcPts val="0"/>
              </a:spcBef>
              <a:spcAft>
                <a:spcPts val="0"/>
              </a:spcAft>
              <a:buClr>
                <a:schemeClr val="dk1"/>
              </a:buClr>
              <a:buSzPts val="3500"/>
              <a:buFont typeface="Sora"/>
              <a:buNone/>
              <a:defRPr sz="3500" b="1">
                <a:solidFill>
                  <a:schemeClr val="dk1"/>
                </a:solidFill>
                <a:latin typeface="Sora"/>
                <a:ea typeface="Sora"/>
                <a:cs typeface="Sora"/>
                <a:sym typeface="Sora"/>
              </a:defRPr>
            </a:lvl6pPr>
            <a:lvl7pPr lvl="6" rtl="0">
              <a:spcBef>
                <a:spcPts val="0"/>
              </a:spcBef>
              <a:spcAft>
                <a:spcPts val="0"/>
              </a:spcAft>
              <a:buClr>
                <a:schemeClr val="dk1"/>
              </a:buClr>
              <a:buSzPts val="3500"/>
              <a:buFont typeface="Sora"/>
              <a:buNone/>
              <a:defRPr sz="3500" b="1">
                <a:solidFill>
                  <a:schemeClr val="dk1"/>
                </a:solidFill>
                <a:latin typeface="Sora"/>
                <a:ea typeface="Sora"/>
                <a:cs typeface="Sora"/>
                <a:sym typeface="Sora"/>
              </a:defRPr>
            </a:lvl7pPr>
            <a:lvl8pPr lvl="7" rtl="0">
              <a:spcBef>
                <a:spcPts val="0"/>
              </a:spcBef>
              <a:spcAft>
                <a:spcPts val="0"/>
              </a:spcAft>
              <a:buClr>
                <a:schemeClr val="dk1"/>
              </a:buClr>
              <a:buSzPts val="3500"/>
              <a:buFont typeface="Sora"/>
              <a:buNone/>
              <a:defRPr sz="3500" b="1">
                <a:solidFill>
                  <a:schemeClr val="dk1"/>
                </a:solidFill>
                <a:latin typeface="Sora"/>
                <a:ea typeface="Sora"/>
                <a:cs typeface="Sora"/>
                <a:sym typeface="Sora"/>
              </a:defRPr>
            </a:lvl8pPr>
            <a:lvl9pPr lvl="8" rtl="0">
              <a:spcBef>
                <a:spcPts val="0"/>
              </a:spcBef>
              <a:spcAft>
                <a:spcPts val="0"/>
              </a:spcAft>
              <a:buClr>
                <a:schemeClr val="dk1"/>
              </a:buClr>
              <a:buSzPts val="3500"/>
              <a:buFont typeface="Sora"/>
              <a:buNone/>
              <a:defRPr sz="3500" b="1">
                <a:solidFill>
                  <a:schemeClr val="dk1"/>
                </a:solidFill>
                <a:latin typeface="Sora"/>
                <a:ea typeface="Sora"/>
                <a:cs typeface="Sora"/>
                <a:sym typeface="Sora"/>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Raleway"/>
              <a:buChar char="●"/>
              <a:defRPr sz="1200">
                <a:solidFill>
                  <a:schemeClr val="dk1"/>
                </a:solidFill>
                <a:latin typeface="Raleway"/>
                <a:ea typeface="Raleway"/>
                <a:cs typeface="Raleway"/>
                <a:sym typeface="Raleway"/>
              </a:defRPr>
            </a:lvl1pPr>
            <a:lvl2pPr marL="914400" lvl="1" indent="-304800">
              <a:lnSpc>
                <a:spcPct val="100000"/>
              </a:lnSpc>
              <a:spcBef>
                <a:spcPts val="0"/>
              </a:spcBef>
              <a:spcAft>
                <a:spcPts val="0"/>
              </a:spcAft>
              <a:buClr>
                <a:schemeClr val="dk1"/>
              </a:buClr>
              <a:buSzPts val="1200"/>
              <a:buFont typeface="Raleway"/>
              <a:buChar char="○"/>
              <a:defRPr sz="1200">
                <a:solidFill>
                  <a:schemeClr val="dk1"/>
                </a:solidFill>
                <a:latin typeface="Raleway"/>
                <a:ea typeface="Raleway"/>
                <a:cs typeface="Raleway"/>
                <a:sym typeface="Raleway"/>
              </a:defRPr>
            </a:lvl2pPr>
            <a:lvl3pPr marL="1371600" lvl="2" indent="-304800">
              <a:lnSpc>
                <a:spcPct val="100000"/>
              </a:lnSpc>
              <a:spcBef>
                <a:spcPts val="0"/>
              </a:spcBef>
              <a:spcAft>
                <a:spcPts val="0"/>
              </a:spcAft>
              <a:buClr>
                <a:schemeClr val="dk1"/>
              </a:buClr>
              <a:buSzPts val="1200"/>
              <a:buFont typeface="Raleway"/>
              <a:buChar char="■"/>
              <a:defRPr sz="1200">
                <a:solidFill>
                  <a:schemeClr val="dk1"/>
                </a:solidFill>
                <a:latin typeface="Raleway"/>
                <a:ea typeface="Raleway"/>
                <a:cs typeface="Raleway"/>
                <a:sym typeface="Raleway"/>
              </a:defRPr>
            </a:lvl3pPr>
            <a:lvl4pPr marL="1828800" lvl="3" indent="-304800">
              <a:lnSpc>
                <a:spcPct val="100000"/>
              </a:lnSpc>
              <a:spcBef>
                <a:spcPts val="0"/>
              </a:spcBef>
              <a:spcAft>
                <a:spcPts val="0"/>
              </a:spcAft>
              <a:buClr>
                <a:schemeClr val="dk1"/>
              </a:buClr>
              <a:buSzPts val="1200"/>
              <a:buFont typeface="Raleway"/>
              <a:buChar char="●"/>
              <a:defRPr sz="1200">
                <a:solidFill>
                  <a:schemeClr val="dk1"/>
                </a:solidFill>
                <a:latin typeface="Raleway"/>
                <a:ea typeface="Raleway"/>
                <a:cs typeface="Raleway"/>
                <a:sym typeface="Raleway"/>
              </a:defRPr>
            </a:lvl4pPr>
            <a:lvl5pPr marL="2286000" lvl="4" indent="-304800">
              <a:lnSpc>
                <a:spcPct val="100000"/>
              </a:lnSpc>
              <a:spcBef>
                <a:spcPts val="0"/>
              </a:spcBef>
              <a:spcAft>
                <a:spcPts val="0"/>
              </a:spcAft>
              <a:buClr>
                <a:schemeClr val="dk1"/>
              </a:buClr>
              <a:buSzPts val="1200"/>
              <a:buFont typeface="Raleway"/>
              <a:buChar char="○"/>
              <a:defRPr sz="1200">
                <a:solidFill>
                  <a:schemeClr val="dk1"/>
                </a:solidFill>
                <a:latin typeface="Raleway"/>
                <a:ea typeface="Raleway"/>
                <a:cs typeface="Raleway"/>
                <a:sym typeface="Raleway"/>
              </a:defRPr>
            </a:lvl5pPr>
            <a:lvl6pPr marL="2743200" lvl="5" indent="-304800">
              <a:lnSpc>
                <a:spcPct val="100000"/>
              </a:lnSpc>
              <a:spcBef>
                <a:spcPts val="0"/>
              </a:spcBef>
              <a:spcAft>
                <a:spcPts val="0"/>
              </a:spcAft>
              <a:buClr>
                <a:schemeClr val="dk1"/>
              </a:buClr>
              <a:buSzPts val="1200"/>
              <a:buFont typeface="Raleway"/>
              <a:buChar char="■"/>
              <a:defRPr sz="1200">
                <a:solidFill>
                  <a:schemeClr val="dk1"/>
                </a:solidFill>
                <a:latin typeface="Raleway"/>
                <a:ea typeface="Raleway"/>
                <a:cs typeface="Raleway"/>
                <a:sym typeface="Raleway"/>
              </a:defRPr>
            </a:lvl6pPr>
            <a:lvl7pPr marL="3200400" lvl="6" indent="-304800">
              <a:lnSpc>
                <a:spcPct val="100000"/>
              </a:lnSpc>
              <a:spcBef>
                <a:spcPts val="0"/>
              </a:spcBef>
              <a:spcAft>
                <a:spcPts val="0"/>
              </a:spcAft>
              <a:buClr>
                <a:schemeClr val="dk1"/>
              </a:buClr>
              <a:buSzPts val="1200"/>
              <a:buFont typeface="Raleway"/>
              <a:buChar char="●"/>
              <a:defRPr sz="1200">
                <a:solidFill>
                  <a:schemeClr val="dk1"/>
                </a:solidFill>
                <a:latin typeface="Raleway"/>
                <a:ea typeface="Raleway"/>
                <a:cs typeface="Raleway"/>
                <a:sym typeface="Raleway"/>
              </a:defRPr>
            </a:lvl7pPr>
            <a:lvl8pPr marL="3657600" lvl="7" indent="-304800">
              <a:lnSpc>
                <a:spcPct val="100000"/>
              </a:lnSpc>
              <a:spcBef>
                <a:spcPts val="0"/>
              </a:spcBef>
              <a:spcAft>
                <a:spcPts val="0"/>
              </a:spcAft>
              <a:buClr>
                <a:schemeClr val="dk1"/>
              </a:buClr>
              <a:buSzPts val="1200"/>
              <a:buFont typeface="Raleway"/>
              <a:buChar char="○"/>
              <a:defRPr sz="1200">
                <a:solidFill>
                  <a:schemeClr val="dk1"/>
                </a:solidFill>
                <a:latin typeface="Raleway"/>
                <a:ea typeface="Raleway"/>
                <a:cs typeface="Raleway"/>
                <a:sym typeface="Raleway"/>
              </a:defRPr>
            </a:lvl8pPr>
            <a:lvl9pPr marL="4114800" lvl="8" indent="-304800">
              <a:lnSpc>
                <a:spcPct val="100000"/>
              </a:lnSpc>
              <a:spcBef>
                <a:spcPts val="0"/>
              </a:spcBef>
              <a:spcAft>
                <a:spcPts val="0"/>
              </a:spcAft>
              <a:buClr>
                <a:schemeClr val="dk1"/>
              </a:buClr>
              <a:buSzPts val="1200"/>
              <a:buFont typeface="Raleway"/>
              <a:buChar char="■"/>
              <a:defRPr sz="1200">
                <a:solidFill>
                  <a:schemeClr val="dk1"/>
                </a:solidFill>
                <a:latin typeface="Raleway"/>
                <a:ea typeface="Raleway"/>
                <a:cs typeface="Raleway"/>
                <a:sym typeface="Raleway"/>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8" r:id="rId2"/>
    <p:sldLayoutId id="2147483659" r:id="rId3"/>
    <p:sldLayoutId id="2147483661" r:id="rId4"/>
    <p:sldLayoutId id="2147483662" r:id="rId5"/>
    <p:sldLayoutId id="2147483669" r:id="rId6"/>
    <p:sldLayoutId id="2147483672" r:id="rId7"/>
    <p:sldLayoutId id="2147483675" r:id="rId8"/>
    <p:sldLayoutId id="2147483676" r:id="rId9"/>
    <p:sldLayoutId id="2147483677" r:id="rId10"/>
    <p:sldLayoutId id="214748367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5.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42"/>
        <p:cNvGrpSpPr/>
        <p:nvPr/>
      </p:nvGrpSpPr>
      <p:grpSpPr>
        <a:xfrm>
          <a:off x="0" y="0"/>
          <a:ext cx="0" cy="0"/>
          <a:chOff x="0" y="0"/>
          <a:chExt cx="0" cy="0"/>
        </a:xfrm>
      </p:grpSpPr>
      <p:sp>
        <p:nvSpPr>
          <p:cNvPr id="543" name="Google Shape;543;p36"/>
          <p:cNvSpPr txBox="1">
            <a:spLocks noGrp="1"/>
          </p:cNvSpPr>
          <p:nvPr>
            <p:ph type="ctrTitle"/>
          </p:nvPr>
        </p:nvSpPr>
        <p:spPr>
          <a:xfrm>
            <a:off x="495275" y="1039487"/>
            <a:ext cx="4428600" cy="2355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000" dirty="0"/>
              <a:t>Développement à l’international</a:t>
            </a:r>
            <a:endParaRPr sz="4000" dirty="0"/>
          </a:p>
        </p:txBody>
      </p:sp>
      <p:sp>
        <p:nvSpPr>
          <p:cNvPr id="544" name="Google Shape;544;p36"/>
          <p:cNvSpPr txBox="1">
            <a:spLocks noGrp="1"/>
          </p:cNvSpPr>
          <p:nvPr>
            <p:ph type="subTitle" idx="1"/>
          </p:nvPr>
        </p:nvSpPr>
        <p:spPr>
          <a:xfrm>
            <a:off x="713225" y="3571650"/>
            <a:ext cx="3992700" cy="365700"/>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en" dirty="0"/>
              <a:t>La Poule qui chante</a:t>
            </a:r>
            <a:endParaRPr dirty="0"/>
          </a:p>
        </p:txBody>
      </p:sp>
      <p:pic>
        <p:nvPicPr>
          <p:cNvPr id="5" name="Image 4">
            <a:extLst>
              <a:ext uri="{FF2B5EF4-FFF2-40B4-BE49-F238E27FC236}">
                <a16:creationId xmlns:a16="http://schemas.microsoft.com/office/drawing/2014/main" id="{30A7D086-D01F-6D60-14F4-2CD98D22856F}"/>
              </a:ext>
            </a:extLst>
          </p:cNvPr>
          <p:cNvPicPr>
            <a:picLocks noChangeAspect="1"/>
          </p:cNvPicPr>
          <p:nvPr/>
        </p:nvPicPr>
        <p:blipFill>
          <a:blip r:embed="rId3"/>
          <a:stretch>
            <a:fillRect/>
          </a:stretch>
        </p:blipFill>
        <p:spPr>
          <a:xfrm>
            <a:off x="5461940" y="1176442"/>
            <a:ext cx="2790616" cy="279061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54">
          <a:extLst>
            <a:ext uri="{FF2B5EF4-FFF2-40B4-BE49-F238E27FC236}">
              <a16:creationId xmlns:a16="http://schemas.microsoft.com/office/drawing/2014/main" id="{71A7AE1D-DE50-986E-2ABA-D6F158B6374F}"/>
            </a:ext>
          </a:extLst>
        </p:cNvPr>
        <p:cNvGrpSpPr/>
        <p:nvPr/>
      </p:nvGrpSpPr>
      <p:grpSpPr>
        <a:xfrm>
          <a:off x="0" y="0"/>
          <a:ext cx="0" cy="0"/>
          <a:chOff x="0" y="0"/>
          <a:chExt cx="0" cy="0"/>
        </a:xfrm>
      </p:grpSpPr>
      <p:sp>
        <p:nvSpPr>
          <p:cNvPr id="1055" name="Google Shape;1055;p38">
            <a:extLst>
              <a:ext uri="{FF2B5EF4-FFF2-40B4-BE49-F238E27FC236}">
                <a16:creationId xmlns:a16="http://schemas.microsoft.com/office/drawing/2014/main" id="{7FDA7CB4-70FA-183D-91C7-0ECE96D3DB76}"/>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Sommaire</a:t>
            </a:r>
            <a:endParaRPr dirty="0"/>
          </a:p>
        </p:txBody>
      </p:sp>
      <p:sp>
        <p:nvSpPr>
          <p:cNvPr id="1056" name="Google Shape;1056;p38">
            <a:extLst>
              <a:ext uri="{FF2B5EF4-FFF2-40B4-BE49-F238E27FC236}">
                <a16:creationId xmlns:a16="http://schemas.microsoft.com/office/drawing/2014/main" id="{0F97151F-5171-98D5-E2E2-515F37821C64}"/>
              </a:ext>
            </a:extLst>
          </p:cNvPr>
          <p:cNvSpPr txBox="1">
            <a:spLocks noGrp="1"/>
          </p:cNvSpPr>
          <p:nvPr>
            <p:ph type="title" idx="2"/>
          </p:nvPr>
        </p:nvSpPr>
        <p:spPr>
          <a:xfrm>
            <a:off x="2377761" y="1386164"/>
            <a:ext cx="10632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1057" name="Google Shape;1057;p38">
            <a:extLst>
              <a:ext uri="{FF2B5EF4-FFF2-40B4-BE49-F238E27FC236}">
                <a16:creationId xmlns:a16="http://schemas.microsoft.com/office/drawing/2014/main" id="{051C38FC-6683-6059-94D6-54D80B20AE91}"/>
              </a:ext>
            </a:extLst>
          </p:cNvPr>
          <p:cNvSpPr txBox="1">
            <a:spLocks noGrp="1"/>
          </p:cNvSpPr>
          <p:nvPr>
            <p:ph type="title" idx="3"/>
          </p:nvPr>
        </p:nvSpPr>
        <p:spPr>
          <a:xfrm>
            <a:off x="2377761" y="3059038"/>
            <a:ext cx="10632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sp>
        <p:nvSpPr>
          <p:cNvPr id="1058" name="Google Shape;1058;p38">
            <a:extLst>
              <a:ext uri="{FF2B5EF4-FFF2-40B4-BE49-F238E27FC236}">
                <a16:creationId xmlns:a16="http://schemas.microsoft.com/office/drawing/2014/main" id="{D155A5C8-5880-D04B-FE81-6FD4928EE9FA}"/>
              </a:ext>
            </a:extLst>
          </p:cNvPr>
          <p:cNvSpPr txBox="1">
            <a:spLocks noGrp="1"/>
          </p:cNvSpPr>
          <p:nvPr>
            <p:ph type="title" idx="4"/>
          </p:nvPr>
        </p:nvSpPr>
        <p:spPr>
          <a:xfrm>
            <a:off x="5077032" y="1386164"/>
            <a:ext cx="10632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1059" name="Google Shape;1059;p38">
            <a:extLst>
              <a:ext uri="{FF2B5EF4-FFF2-40B4-BE49-F238E27FC236}">
                <a16:creationId xmlns:a16="http://schemas.microsoft.com/office/drawing/2014/main" id="{1FC09E4F-6CB4-0DC2-40E9-0620539D0824}"/>
              </a:ext>
            </a:extLst>
          </p:cNvPr>
          <p:cNvSpPr txBox="1">
            <a:spLocks noGrp="1"/>
          </p:cNvSpPr>
          <p:nvPr>
            <p:ph type="title" idx="5"/>
          </p:nvPr>
        </p:nvSpPr>
        <p:spPr>
          <a:xfrm>
            <a:off x="5077032" y="3059038"/>
            <a:ext cx="10632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04</a:t>
            </a:r>
            <a:endParaRPr dirty="0"/>
          </a:p>
        </p:txBody>
      </p:sp>
      <p:sp>
        <p:nvSpPr>
          <p:cNvPr id="1062" name="Google Shape;1062;p38">
            <a:extLst>
              <a:ext uri="{FF2B5EF4-FFF2-40B4-BE49-F238E27FC236}">
                <a16:creationId xmlns:a16="http://schemas.microsoft.com/office/drawing/2014/main" id="{2D33A77D-951C-749B-E750-502856A680C4}"/>
              </a:ext>
            </a:extLst>
          </p:cNvPr>
          <p:cNvSpPr txBox="1">
            <a:spLocks noGrp="1"/>
          </p:cNvSpPr>
          <p:nvPr>
            <p:ph type="subTitle" idx="1"/>
          </p:nvPr>
        </p:nvSpPr>
        <p:spPr>
          <a:xfrm>
            <a:off x="2377761" y="1855239"/>
            <a:ext cx="2036400" cy="48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Contexte</a:t>
            </a:r>
            <a:endParaRPr dirty="0"/>
          </a:p>
        </p:txBody>
      </p:sp>
      <p:sp>
        <p:nvSpPr>
          <p:cNvPr id="1063" name="Google Shape;1063;p38">
            <a:extLst>
              <a:ext uri="{FF2B5EF4-FFF2-40B4-BE49-F238E27FC236}">
                <a16:creationId xmlns:a16="http://schemas.microsoft.com/office/drawing/2014/main" id="{90922BAB-F9BC-C8AA-2821-B8971739E15E}"/>
              </a:ext>
            </a:extLst>
          </p:cNvPr>
          <p:cNvSpPr txBox="1">
            <a:spLocks noGrp="1"/>
          </p:cNvSpPr>
          <p:nvPr>
            <p:ph type="subTitle" idx="8"/>
          </p:nvPr>
        </p:nvSpPr>
        <p:spPr>
          <a:xfrm>
            <a:off x="5077035" y="1855238"/>
            <a:ext cx="2036400" cy="76297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Préparation des données</a:t>
            </a:r>
            <a:endParaRPr dirty="0"/>
          </a:p>
        </p:txBody>
      </p:sp>
      <p:sp>
        <p:nvSpPr>
          <p:cNvPr id="1065" name="Google Shape;1065;p38">
            <a:extLst>
              <a:ext uri="{FF2B5EF4-FFF2-40B4-BE49-F238E27FC236}">
                <a16:creationId xmlns:a16="http://schemas.microsoft.com/office/drawing/2014/main" id="{1F48A5E8-3AAE-DD53-EC55-919C17789ECB}"/>
              </a:ext>
            </a:extLst>
          </p:cNvPr>
          <p:cNvSpPr txBox="1">
            <a:spLocks noGrp="1"/>
          </p:cNvSpPr>
          <p:nvPr>
            <p:ph type="subTitle" idx="13"/>
          </p:nvPr>
        </p:nvSpPr>
        <p:spPr>
          <a:xfrm>
            <a:off x="2377761" y="3528184"/>
            <a:ext cx="2036400" cy="81667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Exploration des données</a:t>
            </a:r>
            <a:endParaRPr dirty="0"/>
          </a:p>
        </p:txBody>
      </p:sp>
      <p:sp>
        <p:nvSpPr>
          <p:cNvPr id="1066" name="Google Shape;1066;p38">
            <a:extLst>
              <a:ext uri="{FF2B5EF4-FFF2-40B4-BE49-F238E27FC236}">
                <a16:creationId xmlns:a16="http://schemas.microsoft.com/office/drawing/2014/main" id="{EA31D81A-6B7C-7334-9A35-35F28DDECA6B}"/>
              </a:ext>
            </a:extLst>
          </p:cNvPr>
          <p:cNvSpPr txBox="1">
            <a:spLocks noGrp="1"/>
          </p:cNvSpPr>
          <p:nvPr>
            <p:ph type="subTitle" idx="14"/>
          </p:nvPr>
        </p:nvSpPr>
        <p:spPr>
          <a:xfrm>
            <a:off x="5077035" y="3528185"/>
            <a:ext cx="2036400" cy="48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Résultats</a:t>
            </a:r>
            <a:endParaRPr dirty="0"/>
          </a:p>
        </p:txBody>
      </p:sp>
    </p:spTree>
    <p:extLst>
      <p:ext uri="{BB962C8B-B14F-4D97-AF65-F5344CB8AC3E}">
        <p14:creationId xmlns:p14="http://schemas.microsoft.com/office/powerpoint/2010/main" val="24056598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13">
          <a:extLst>
            <a:ext uri="{FF2B5EF4-FFF2-40B4-BE49-F238E27FC236}">
              <a16:creationId xmlns:a16="http://schemas.microsoft.com/office/drawing/2014/main" id="{6656BAAB-A192-4D1B-2E6A-65D9E33518B1}"/>
            </a:ext>
          </a:extLst>
        </p:cNvPr>
        <p:cNvGrpSpPr/>
        <p:nvPr/>
      </p:nvGrpSpPr>
      <p:grpSpPr>
        <a:xfrm>
          <a:off x="0" y="0"/>
          <a:ext cx="0" cy="0"/>
          <a:chOff x="0" y="0"/>
          <a:chExt cx="0" cy="0"/>
        </a:xfrm>
      </p:grpSpPr>
      <p:sp>
        <p:nvSpPr>
          <p:cNvPr id="1314" name="Google Shape;1314;p44">
            <a:extLst>
              <a:ext uri="{FF2B5EF4-FFF2-40B4-BE49-F238E27FC236}">
                <a16:creationId xmlns:a16="http://schemas.microsoft.com/office/drawing/2014/main" id="{4344DA4F-60B6-0A81-38C1-D055214400A8}"/>
              </a:ext>
            </a:extLst>
          </p:cNvPr>
          <p:cNvSpPr/>
          <p:nvPr/>
        </p:nvSpPr>
        <p:spPr>
          <a:xfrm>
            <a:off x="3559438" y="1537775"/>
            <a:ext cx="721500" cy="711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aleway"/>
              <a:ea typeface="Raleway"/>
              <a:cs typeface="Raleway"/>
              <a:sym typeface="Raleway"/>
            </a:endParaRPr>
          </a:p>
        </p:txBody>
      </p:sp>
      <p:sp>
        <p:nvSpPr>
          <p:cNvPr id="1315" name="Google Shape;1315;p44">
            <a:extLst>
              <a:ext uri="{FF2B5EF4-FFF2-40B4-BE49-F238E27FC236}">
                <a16:creationId xmlns:a16="http://schemas.microsoft.com/office/drawing/2014/main" id="{1088E3B0-AA28-5AC3-8A56-1A1E5417BE7C}"/>
              </a:ext>
            </a:extLst>
          </p:cNvPr>
          <p:cNvSpPr/>
          <p:nvPr/>
        </p:nvSpPr>
        <p:spPr>
          <a:xfrm>
            <a:off x="994650" y="1537775"/>
            <a:ext cx="721500" cy="711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aleway"/>
              <a:ea typeface="Raleway"/>
              <a:cs typeface="Raleway"/>
              <a:sym typeface="Raleway"/>
            </a:endParaRPr>
          </a:p>
        </p:txBody>
      </p:sp>
      <p:sp>
        <p:nvSpPr>
          <p:cNvPr id="1316" name="Google Shape;1316;p44">
            <a:extLst>
              <a:ext uri="{FF2B5EF4-FFF2-40B4-BE49-F238E27FC236}">
                <a16:creationId xmlns:a16="http://schemas.microsoft.com/office/drawing/2014/main" id="{76957BC3-DEBE-E08C-7D16-4584719BC61E}"/>
              </a:ext>
            </a:extLst>
          </p:cNvPr>
          <p:cNvSpPr/>
          <p:nvPr/>
        </p:nvSpPr>
        <p:spPr>
          <a:xfrm>
            <a:off x="6124238" y="1537775"/>
            <a:ext cx="721500" cy="711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aleway"/>
              <a:ea typeface="Raleway"/>
              <a:cs typeface="Raleway"/>
              <a:sym typeface="Raleway"/>
            </a:endParaRPr>
          </a:p>
        </p:txBody>
      </p:sp>
      <p:sp>
        <p:nvSpPr>
          <p:cNvPr id="1317" name="Google Shape;1317;p44">
            <a:extLst>
              <a:ext uri="{FF2B5EF4-FFF2-40B4-BE49-F238E27FC236}">
                <a16:creationId xmlns:a16="http://schemas.microsoft.com/office/drawing/2014/main" id="{5BA1052C-BB1A-6EB0-C9D8-43ABD20558D7}"/>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Contexte</a:t>
            </a:r>
            <a:endParaRPr dirty="0"/>
          </a:p>
        </p:txBody>
      </p:sp>
      <p:sp>
        <p:nvSpPr>
          <p:cNvPr id="1318" name="Google Shape;1318;p44">
            <a:extLst>
              <a:ext uri="{FF2B5EF4-FFF2-40B4-BE49-F238E27FC236}">
                <a16:creationId xmlns:a16="http://schemas.microsoft.com/office/drawing/2014/main" id="{284C42B1-B9B9-1899-A506-38428A1E50D2}"/>
              </a:ext>
            </a:extLst>
          </p:cNvPr>
          <p:cNvSpPr txBox="1">
            <a:spLocks noGrp="1"/>
          </p:cNvSpPr>
          <p:nvPr>
            <p:ph type="subTitle" idx="1"/>
          </p:nvPr>
        </p:nvSpPr>
        <p:spPr>
          <a:xfrm>
            <a:off x="937625" y="2769727"/>
            <a:ext cx="2175300" cy="15132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FontTx/>
              <a:buChar char="-"/>
            </a:pPr>
            <a:r>
              <a:rPr lang="en" dirty="0"/>
              <a:t>La Poule qui chante</a:t>
            </a:r>
          </a:p>
          <a:p>
            <a:pPr marL="171450" lvl="0" indent="-171450" algn="l" rtl="0">
              <a:spcBef>
                <a:spcPts val="0"/>
              </a:spcBef>
              <a:spcAft>
                <a:spcPts val="0"/>
              </a:spcAft>
              <a:buFontTx/>
              <a:buChar char="-"/>
            </a:pPr>
            <a:r>
              <a:rPr lang="en" dirty="0"/>
              <a:t>Elevage et vente de poulets bio</a:t>
            </a:r>
          </a:p>
          <a:p>
            <a:pPr marL="171450" lvl="0" indent="-171450" algn="l" rtl="0">
              <a:spcBef>
                <a:spcPts val="0"/>
              </a:spcBef>
              <a:spcAft>
                <a:spcPts val="0"/>
              </a:spcAft>
              <a:buFontTx/>
              <a:buChar char="-"/>
            </a:pPr>
            <a:r>
              <a:rPr lang="en" dirty="0"/>
              <a:t>Marché français uniquement</a:t>
            </a:r>
            <a:endParaRPr dirty="0"/>
          </a:p>
        </p:txBody>
      </p:sp>
      <p:sp>
        <p:nvSpPr>
          <p:cNvPr id="1319" name="Google Shape;1319;p44">
            <a:extLst>
              <a:ext uri="{FF2B5EF4-FFF2-40B4-BE49-F238E27FC236}">
                <a16:creationId xmlns:a16="http://schemas.microsoft.com/office/drawing/2014/main" id="{77562F43-844F-E550-56C4-6BECAB007E03}"/>
              </a:ext>
            </a:extLst>
          </p:cNvPr>
          <p:cNvSpPr txBox="1">
            <a:spLocks noGrp="1"/>
          </p:cNvSpPr>
          <p:nvPr>
            <p:ph type="subTitle" idx="2"/>
          </p:nvPr>
        </p:nvSpPr>
        <p:spPr>
          <a:xfrm>
            <a:off x="3484350" y="2769727"/>
            <a:ext cx="2175300" cy="15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 Evaluer la possibilité de se développer à l’international</a:t>
            </a:r>
            <a:endParaRPr dirty="0"/>
          </a:p>
        </p:txBody>
      </p:sp>
      <p:sp>
        <p:nvSpPr>
          <p:cNvPr id="1320" name="Google Shape;1320;p44">
            <a:extLst>
              <a:ext uri="{FF2B5EF4-FFF2-40B4-BE49-F238E27FC236}">
                <a16:creationId xmlns:a16="http://schemas.microsoft.com/office/drawing/2014/main" id="{85FE2A9F-EE5A-078B-A652-2D140C8E65E7}"/>
              </a:ext>
            </a:extLst>
          </p:cNvPr>
          <p:cNvSpPr txBox="1">
            <a:spLocks noGrp="1"/>
          </p:cNvSpPr>
          <p:nvPr>
            <p:ph type="subTitle" idx="3"/>
          </p:nvPr>
        </p:nvSpPr>
        <p:spPr>
          <a:xfrm>
            <a:off x="6031075" y="2769727"/>
            <a:ext cx="2175300" cy="15132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FontTx/>
              <a:buChar char="-"/>
            </a:pPr>
            <a:r>
              <a:rPr lang="en" dirty="0"/>
              <a:t>Minimum 100 pays représentés</a:t>
            </a:r>
          </a:p>
          <a:p>
            <a:pPr marL="171450" lvl="0" indent="-171450" algn="l" rtl="0">
              <a:spcBef>
                <a:spcPts val="0"/>
              </a:spcBef>
              <a:spcAft>
                <a:spcPts val="0"/>
              </a:spcAft>
              <a:buFontTx/>
              <a:buChar char="-"/>
            </a:pPr>
            <a:r>
              <a:rPr lang="en" dirty="0"/>
              <a:t>Minimum 60% de la population représentée</a:t>
            </a:r>
          </a:p>
          <a:p>
            <a:pPr marL="171450" lvl="0" indent="-171450" algn="l" rtl="0">
              <a:spcBef>
                <a:spcPts val="0"/>
              </a:spcBef>
              <a:spcAft>
                <a:spcPts val="0"/>
              </a:spcAft>
              <a:buFontTx/>
              <a:buChar char="-"/>
            </a:pPr>
            <a:r>
              <a:rPr lang="en" dirty="0"/>
              <a:t>Minimum 8 critères de sélection</a:t>
            </a:r>
            <a:endParaRPr dirty="0"/>
          </a:p>
        </p:txBody>
      </p:sp>
      <p:sp>
        <p:nvSpPr>
          <p:cNvPr id="1321" name="Google Shape;1321;p44">
            <a:extLst>
              <a:ext uri="{FF2B5EF4-FFF2-40B4-BE49-F238E27FC236}">
                <a16:creationId xmlns:a16="http://schemas.microsoft.com/office/drawing/2014/main" id="{8068FF0E-9504-AA2E-BA96-7EDE7C3D23E3}"/>
              </a:ext>
            </a:extLst>
          </p:cNvPr>
          <p:cNvSpPr txBox="1">
            <a:spLocks noGrp="1"/>
          </p:cNvSpPr>
          <p:nvPr>
            <p:ph type="subTitle" idx="4"/>
          </p:nvPr>
        </p:nvSpPr>
        <p:spPr>
          <a:xfrm>
            <a:off x="937625" y="2308850"/>
            <a:ext cx="2175300" cy="460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Entreprise</a:t>
            </a:r>
            <a:endParaRPr dirty="0"/>
          </a:p>
        </p:txBody>
      </p:sp>
      <p:sp>
        <p:nvSpPr>
          <p:cNvPr id="1322" name="Google Shape;1322;p44">
            <a:extLst>
              <a:ext uri="{FF2B5EF4-FFF2-40B4-BE49-F238E27FC236}">
                <a16:creationId xmlns:a16="http://schemas.microsoft.com/office/drawing/2014/main" id="{9C5EC6DA-2215-1C70-5BE5-2B0AEB4AE336}"/>
              </a:ext>
            </a:extLst>
          </p:cNvPr>
          <p:cNvSpPr txBox="1">
            <a:spLocks noGrp="1"/>
          </p:cNvSpPr>
          <p:nvPr>
            <p:ph type="subTitle" idx="5"/>
          </p:nvPr>
        </p:nvSpPr>
        <p:spPr>
          <a:xfrm>
            <a:off x="3484350" y="2308850"/>
            <a:ext cx="2175300" cy="460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Objectif</a:t>
            </a:r>
            <a:endParaRPr dirty="0"/>
          </a:p>
        </p:txBody>
      </p:sp>
      <p:sp>
        <p:nvSpPr>
          <p:cNvPr id="1323" name="Google Shape;1323;p44">
            <a:extLst>
              <a:ext uri="{FF2B5EF4-FFF2-40B4-BE49-F238E27FC236}">
                <a16:creationId xmlns:a16="http://schemas.microsoft.com/office/drawing/2014/main" id="{C2B35998-74A9-7569-4B9C-E84A473564CA}"/>
              </a:ext>
            </a:extLst>
          </p:cNvPr>
          <p:cNvSpPr txBox="1">
            <a:spLocks noGrp="1"/>
          </p:cNvSpPr>
          <p:nvPr>
            <p:ph type="subTitle" idx="6"/>
          </p:nvPr>
        </p:nvSpPr>
        <p:spPr>
          <a:xfrm>
            <a:off x="6031075" y="2308850"/>
            <a:ext cx="2175300" cy="460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Exigences</a:t>
            </a:r>
            <a:endParaRPr dirty="0"/>
          </a:p>
        </p:txBody>
      </p:sp>
      <p:sp>
        <p:nvSpPr>
          <p:cNvPr id="2" name="Google Shape;1318;p44">
            <a:extLst>
              <a:ext uri="{FF2B5EF4-FFF2-40B4-BE49-F238E27FC236}">
                <a16:creationId xmlns:a16="http://schemas.microsoft.com/office/drawing/2014/main" id="{D7F6316E-1AC4-BA19-F4D2-3541A2594E46}"/>
              </a:ext>
            </a:extLst>
          </p:cNvPr>
          <p:cNvSpPr txBox="1">
            <a:spLocks/>
          </p:cNvSpPr>
          <p:nvPr/>
        </p:nvSpPr>
        <p:spPr>
          <a:xfrm>
            <a:off x="0" y="4815694"/>
            <a:ext cx="9144001" cy="327806"/>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400"/>
              <a:buFont typeface="Raleway"/>
              <a:buNone/>
              <a:defRPr sz="1200" b="0" i="0" u="none" strike="noStrike" cap="none">
                <a:solidFill>
                  <a:schemeClr val="dk1"/>
                </a:solidFill>
                <a:latin typeface="Raleway"/>
                <a:ea typeface="Raleway"/>
                <a:cs typeface="Raleway"/>
                <a:sym typeface="Raleway"/>
              </a:defRPr>
            </a:lvl1pPr>
            <a:lvl2pPr marL="914400" marR="0" lvl="1"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9pPr>
          </a:lstStyle>
          <a:p>
            <a:pPr marL="0" indent="0" algn="ctr"/>
            <a:r>
              <a:rPr lang="en-US" b="1" dirty="0" err="1">
                <a:solidFill>
                  <a:schemeClr val="bg1">
                    <a:lumMod val="50000"/>
                  </a:schemeClr>
                </a:solidFill>
              </a:rPr>
              <a:t>Contexte</a:t>
            </a:r>
            <a:r>
              <a:rPr lang="en-US" sz="1100" dirty="0"/>
              <a:t> </a:t>
            </a:r>
            <a:r>
              <a:rPr lang="en-US" sz="1100" dirty="0">
                <a:solidFill>
                  <a:schemeClr val="bg1">
                    <a:lumMod val="50000"/>
                  </a:schemeClr>
                </a:solidFill>
              </a:rPr>
              <a:t>– </a:t>
            </a:r>
            <a:r>
              <a:rPr lang="en-US" sz="1100" dirty="0" err="1">
                <a:solidFill>
                  <a:schemeClr val="bg1">
                    <a:lumMod val="50000"/>
                  </a:schemeClr>
                </a:solidFill>
              </a:rPr>
              <a:t>Préparation</a:t>
            </a:r>
            <a:r>
              <a:rPr lang="en-US" sz="1100" dirty="0">
                <a:solidFill>
                  <a:schemeClr val="bg1">
                    <a:lumMod val="50000"/>
                  </a:schemeClr>
                </a:solidFill>
              </a:rPr>
              <a:t> des données – Exploration des données – </a:t>
            </a:r>
            <a:r>
              <a:rPr lang="en-US" sz="1100" dirty="0" err="1">
                <a:solidFill>
                  <a:schemeClr val="bg1">
                    <a:lumMod val="50000"/>
                  </a:schemeClr>
                </a:solidFill>
              </a:rPr>
              <a:t>Résultats</a:t>
            </a:r>
            <a:endParaRPr lang="en-US" sz="1100" dirty="0">
              <a:solidFill>
                <a:schemeClr val="bg1">
                  <a:lumMod val="50000"/>
                </a:schemeClr>
              </a:solidFill>
            </a:endParaRPr>
          </a:p>
        </p:txBody>
      </p:sp>
      <p:sp>
        <p:nvSpPr>
          <p:cNvPr id="3" name="Google Shape;10583;p84">
            <a:extLst>
              <a:ext uri="{FF2B5EF4-FFF2-40B4-BE49-F238E27FC236}">
                <a16:creationId xmlns:a16="http://schemas.microsoft.com/office/drawing/2014/main" id="{C0F43543-96EE-5829-7443-7FB67D826C6C}"/>
              </a:ext>
            </a:extLst>
          </p:cNvPr>
          <p:cNvSpPr/>
          <p:nvPr/>
        </p:nvSpPr>
        <p:spPr>
          <a:xfrm>
            <a:off x="3776738" y="1691212"/>
            <a:ext cx="357688" cy="357339"/>
          </a:xfrm>
          <a:custGeom>
            <a:avLst/>
            <a:gdLst/>
            <a:ahLst/>
            <a:cxnLst/>
            <a:rect l="l" t="t" r="r" b="b"/>
            <a:pathLst>
              <a:path w="11264" h="11253" extrusionOk="0">
                <a:moveTo>
                  <a:pt x="9847" y="548"/>
                </a:moveTo>
                <a:lnTo>
                  <a:pt x="9847" y="1203"/>
                </a:lnTo>
                <a:cubicBezTo>
                  <a:pt x="9847" y="1299"/>
                  <a:pt x="9930" y="1370"/>
                  <a:pt x="10014" y="1370"/>
                </a:cubicBezTo>
                <a:lnTo>
                  <a:pt x="10669" y="1370"/>
                </a:lnTo>
                <a:lnTo>
                  <a:pt x="9252" y="2811"/>
                </a:lnTo>
                <a:lnTo>
                  <a:pt x="8656" y="2811"/>
                </a:lnTo>
                <a:lnTo>
                  <a:pt x="9609" y="1858"/>
                </a:lnTo>
                <a:cubicBezTo>
                  <a:pt x="9668" y="1799"/>
                  <a:pt x="9668" y="1703"/>
                  <a:pt x="9609" y="1620"/>
                </a:cubicBezTo>
                <a:cubicBezTo>
                  <a:pt x="9579" y="1590"/>
                  <a:pt x="9537" y="1575"/>
                  <a:pt x="9494" y="1575"/>
                </a:cubicBezTo>
                <a:cubicBezTo>
                  <a:pt x="9451" y="1575"/>
                  <a:pt x="9406" y="1590"/>
                  <a:pt x="9371" y="1620"/>
                </a:cubicBezTo>
                <a:lnTo>
                  <a:pt x="8418" y="2572"/>
                </a:lnTo>
                <a:lnTo>
                  <a:pt x="8418" y="1977"/>
                </a:lnTo>
                <a:lnTo>
                  <a:pt x="9847" y="548"/>
                </a:lnTo>
                <a:close/>
                <a:moveTo>
                  <a:pt x="4549" y="2442"/>
                </a:moveTo>
                <a:cubicBezTo>
                  <a:pt x="5668" y="2442"/>
                  <a:pt x="6680" y="2870"/>
                  <a:pt x="7430" y="3573"/>
                </a:cubicBezTo>
                <a:lnTo>
                  <a:pt x="4430" y="6561"/>
                </a:lnTo>
                <a:cubicBezTo>
                  <a:pt x="4370" y="6621"/>
                  <a:pt x="4370" y="6728"/>
                  <a:pt x="4430" y="6799"/>
                </a:cubicBezTo>
                <a:cubicBezTo>
                  <a:pt x="4465" y="6835"/>
                  <a:pt x="4513" y="6847"/>
                  <a:pt x="4549" y="6847"/>
                </a:cubicBezTo>
                <a:cubicBezTo>
                  <a:pt x="4596" y="6847"/>
                  <a:pt x="4644" y="6835"/>
                  <a:pt x="4668" y="6799"/>
                </a:cubicBezTo>
                <a:lnTo>
                  <a:pt x="5418" y="6061"/>
                </a:lnTo>
                <a:cubicBezTo>
                  <a:pt x="5549" y="6240"/>
                  <a:pt x="5620" y="6466"/>
                  <a:pt x="5620" y="6680"/>
                </a:cubicBezTo>
                <a:cubicBezTo>
                  <a:pt x="5620" y="7275"/>
                  <a:pt x="5144" y="7752"/>
                  <a:pt x="4549" y="7752"/>
                </a:cubicBezTo>
                <a:cubicBezTo>
                  <a:pt x="3953" y="7752"/>
                  <a:pt x="3477" y="7275"/>
                  <a:pt x="3477" y="6680"/>
                </a:cubicBezTo>
                <a:cubicBezTo>
                  <a:pt x="3477" y="6085"/>
                  <a:pt x="3953" y="5609"/>
                  <a:pt x="4549" y="5609"/>
                </a:cubicBezTo>
                <a:cubicBezTo>
                  <a:pt x="4608" y="5609"/>
                  <a:pt x="4680" y="5609"/>
                  <a:pt x="4739" y="5632"/>
                </a:cubicBezTo>
                <a:cubicBezTo>
                  <a:pt x="4747" y="5633"/>
                  <a:pt x="4755" y="5634"/>
                  <a:pt x="4763" y="5634"/>
                </a:cubicBezTo>
                <a:cubicBezTo>
                  <a:pt x="4848" y="5634"/>
                  <a:pt x="4920" y="5577"/>
                  <a:pt x="4942" y="5490"/>
                </a:cubicBezTo>
                <a:cubicBezTo>
                  <a:pt x="4954" y="5406"/>
                  <a:pt x="4894" y="5311"/>
                  <a:pt x="4799" y="5299"/>
                </a:cubicBezTo>
                <a:cubicBezTo>
                  <a:pt x="4715" y="5287"/>
                  <a:pt x="4620" y="5275"/>
                  <a:pt x="4549" y="5275"/>
                </a:cubicBezTo>
                <a:cubicBezTo>
                  <a:pt x="3775" y="5275"/>
                  <a:pt x="3156" y="5894"/>
                  <a:pt x="3156" y="6668"/>
                </a:cubicBezTo>
                <a:cubicBezTo>
                  <a:pt x="3156" y="7442"/>
                  <a:pt x="3775" y="8073"/>
                  <a:pt x="4549" y="8073"/>
                </a:cubicBezTo>
                <a:cubicBezTo>
                  <a:pt x="5323" y="8073"/>
                  <a:pt x="5954" y="7442"/>
                  <a:pt x="5954" y="6668"/>
                </a:cubicBezTo>
                <a:cubicBezTo>
                  <a:pt x="5954" y="6359"/>
                  <a:pt x="5847" y="6049"/>
                  <a:pt x="5656" y="5811"/>
                </a:cubicBezTo>
                <a:lnTo>
                  <a:pt x="6168" y="5287"/>
                </a:lnTo>
                <a:cubicBezTo>
                  <a:pt x="6501" y="5668"/>
                  <a:pt x="6680" y="6168"/>
                  <a:pt x="6680" y="6668"/>
                </a:cubicBezTo>
                <a:cubicBezTo>
                  <a:pt x="6680" y="7847"/>
                  <a:pt x="5727" y="8799"/>
                  <a:pt x="4549" y="8799"/>
                </a:cubicBezTo>
                <a:cubicBezTo>
                  <a:pt x="3370" y="8799"/>
                  <a:pt x="2418" y="7847"/>
                  <a:pt x="2418" y="6668"/>
                </a:cubicBezTo>
                <a:cubicBezTo>
                  <a:pt x="2418" y="5490"/>
                  <a:pt x="3370" y="4537"/>
                  <a:pt x="4549" y="4537"/>
                </a:cubicBezTo>
                <a:cubicBezTo>
                  <a:pt x="4906" y="4537"/>
                  <a:pt x="5251" y="4632"/>
                  <a:pt x="5561" y="4799"/>
                </a:cubicBezTo>
                <a:cubicBezTo>
                  <a:pt x="5583" y="4810"/>
                  <a:pt x="5608" y="4815"/>
                  <a:pt x="5635" y="4815"/>
                </a:cubicBezTo>
                <a:cubicBezTo>
                  <a:pt x="5693" y="4815"/>
                  <a:pt x="5754" y="4789"/>
                  <a:pt x="5787" y="4739"/>
                </a:cubicBezTo>
                <a:cubicBezTo>
                  <a:pt x="5835" y="4656"/>
                  <a:pt x="5799" y="4561"/>
                  <a:pt x="5727" y="4513"/>
                </a:cubicBezTo>
                <a:cubicBezTo>
                  <a:pt x="5370" y="4323"/>
                  <a:pt x="4965" y="4216"/>
                  <a:pt x="4561" y="4216"/>
                </a:cubicBezTo>
                <a:cubicBezTo>
                  <a:pt x="3215" y="4216"/>
                  <a:pt x="2108" y="5311"/>
                  <a:pt x="2108" y="6668"/>
                </a:cubicBezTo>
                <a:cubicBezTo>
                  <a:pt x="2108" y="8026"/>
                  <a:pt x="3215" y="9121"/>
                  <a:pt x="4561" y="9121"/>
                </a:cubicBezTo>
                <a:cubicBezTo>
                  <a:pt x="5918" y="9121"/>
                  <a:pt x="7025" y="8026"/>
                  <a:pt x="7025" y="6668"/>
                </a:cubicBezTo>
                <a:cubicBezTo>
                  <a:pt x="7025" y="6073"/>
                  <a:pt x="6811" y="5490"/>
                  <a:pt x="6406" y="5049"/>
                </a:cubicBezTo>
                <a:lnTo>
                  <a:pt x="6930" y="4525"/>
                </a:lnTo>
                <a:cubicBezTo>
                  <a:pt x="7466" y="5109"/>
                  <a:pt x="7752" y="5871"/>
                  <a:pt x="7752" y="6656"/>
                </a:cubicBezTo>
                <a:cubicBezTo>
                  <a:pt x="7752" y="8407"/>
                  <a:pt x="6323" y="9835"/>
                  <a:pt x="4561" y="9835"/>
                </a:cubicBezTo>
                <a:cubicBezTo>
                  <a:pt x="2810" y="9835"/>
                  <a:pt x="1382" y="8407"/>
                  <a:pt x="1382" y="6656"/>
                </a:cubicBezTo>
                <a:cubicBezTo>
                  <a:pt x="1382" y="4894"/>
                  <a:pt x="2810" y="3465"/>
                  <a:pt x="4561" y="3465"/>
                </a:cubicBezTo>
                <a:cubicBezTo>
                  <a:pt x="5180" y="3465"/>
                  <a:pt x="5775" y="3644"/>
                  <a:pt x="6275" y="3977"/>
                </a:cubicBezTo>
                <a:cubicBezTo>
                  <a:pt x="6300" y="3994"/>
                  <a:pt x="6330" y="4002"/>
                  <a:pt x="6360" y="4002"/>
                </a:cubicBezTo>
                <a:cubicBezTo>
                  <a:pt x="6415" y="4002"/>
                  <a:pt x="6471" y="3976"/>
                  <a:pt x="6501" y="3930"/>
                </a:cubicBezTo>
                <a:cubicBezTo>
                  <a:pt x="6549" y="3858"/>
                  <a:pt x="6525" y="3751"/>
                  <a:pt x="6454" y="3704"/>
                </a:cubicBezTo>
                <a:cubicBezTo>
                  <a:pt x="5894" y="3346"/>
                  <a:pt x="5239" y="3156"/>
                  <a:pt x="4561" y="3156"/>
                </a:cubicBezTo>
                <a:cubicBezTo>
                  <a:pt x="2632" y="3156"/>
                  <a:pt x="1048" y="4739"/>
                  <a:pt x="1048" y="6668"/>
                </a:cubicBezTo>
                <a:cubicBezTo>
                  <a:pt x="1048" y="8609"/>
                  <a:pt x="2632" y="10181"/>
                  <a:pt x="4561" y="10181"/>
                </a:cubicBezTo>
                <a:cubicBezTo>
                  <a:pt x="6501" y="10181"/>
                  <a:pt x="8073" y="8609"/>
                  <a:pt x="8073" y="6668"/>
                </a:cubicBezTo>
                <a:cubicBezTo>
                  <a:pt x="8073" y="5787"/>
                  <a:pt x="7752" y="4954"/>
                  <a:pt x="7156" y="4299"/>
                </a:cubicBezTo>
                <a:lnTo>
                  <a:pt x="7680" y="3787"/>
                </a:lnTo>
                <a:cubicBezTo>
                  <a:pt x="8383" y="4561"/>
                  <a:pt x="8799" y="5573"/>
                  <a:pt x="8799" y="6680"/>
                </a:cubicBezTo>
                <a:cubicBezTo>
                  <a:pt x="8799" y="9026"/>
                  <a:pt x="6894" y="10931"/>
                  <a:pt x="4549" y="10931"/>
                </a:cubicBezTo>
                <a:cubicBezTo>
                  <a:pt x="2215" y="10931"/>
                  <a:pt x="310" y="9026"/>
                  <a:pt x="310" y="6680"/>
                </a:cubicBezTo>
                <a:cubicBezTo>
                  <a:pt x="310" y="4347"/>
                  <a:pt x="2215" y="2442"/>
                  <a:pt x="4549" y="2442"/>
                </a:cubicBezTo>
                <a:close/>
                <a:moveTo>
                  <a:pt x="10023" y="1"/>
                </a:moveTo>
                <a:cubicBezTo>
                  <a:pt x="9981" y="1"/>
                  <a:pt x="9938" y="17"/>
                  <a:pt x="9907" y="48"/>
                </a:cubicBezTo>
                <a:lnTo>
                  <a:pt x="8156" y="1799"/>
                </a:lnTo>
                <a:cubicBezTo>
                  <a:pt x="8121" y="1834"/>
                  <a:pt x="8109" y="1882"/>
                  <a:pt x="8109" y="1918"/>
                </a:cubicBezTo>
                <a:lnTo>
                  <a:pt x="8109" y="2906"/>
                </a:lnTo>
                <a:lnTo>
                  <a:pt x="7680" y="3334"/>
                </a:lnTo>
                <a:cubicBezTo>
                  <a:pt x="6859" y="2572"/>
                  <a:pt x="5775" y="2120"/>
                  <a:pt x="4573" y="2120"/>
                </a:cubicBezTo>
                <a:cubicBezTo>
                  <a:pt x="2048" y="2120"/>
                  <a:pt x="1" y="4168"/>
                  <a:pt x="1" y="6680"/>
                </a:cubicBezTo>
                <a:cubicBezTo>
                  <a:pt x="1" y="9204"/>
                  <a:pt x="2048" y="11252"/>
                  <a:pt x="4573" y="11252"/>
                </a:cubicBezTo>
                <a:cubicBezTo>
                  <a:pt x="7085" y="11252"/>
                  <a:pt x="9133" y="9204"/>
                  <a:pt x="9133" y="6680"/>
                </a:cubicBezTo>
                <a:cubicBezTo>
                  <a:pt x="9133" y="5478"/>
                  <a:pt x="8680" y="4394"/>
                  <a:pt x="7918" y="3573"/>
                </a:cubicBezTo>
                <a:lnTo>
                  <a:pt x="8347" y="3144"/>
                </a:lnTo>
                <a:lnTo>
                  <a:pt x="9335" y="3144"/>
                </a:lnTo>
                <a:cubicBezTo>
                  <a:pt x="9371" y="3144"/>
                  <a:pt x="9418" y="3132"/>
                  <a:pt x="9454" y="3096"/>
                </a:cubicBezTo>
                <a:lnTo>
                  <a:pt x="11204" y="1346"/>
                </a:lnTo>
                <a:cubicBezTo>
                  <a:pt x="11252" y="1287"/>
                  <a:pt x="11264" y="1227"/>
                  <a:pt x="11240" y="1168"/>
                </a:cubicBezTo>
                <a:cubicBezTo>
                  <a:pt x="11204" y="1108"/>
                  <a:pt x="11145" y="1060"/>
                  <a:pt x="11085" y="1060"/>
                </a:cubicBezTo>
                <a:lnTo>
                  <a:pt x="10192" y="1060"/>
                </a:lnTo>
                <a:lnTo>
                  <a:pt x="10192" y="167"/>
                </a:lnTo>
                <a:cubicBezTo>
                  <a:pt x="10192" y="108"/>
                  <a:pt x="10145" y="36"/>
                  <a:pt x="10085" y="13"/>
                </a:cubicBezTo>
                <a:cubicBezTo>
                  <a:pt x="10065" y="5"/>
                  <a:pt x="10044" y="1"/>
                  <a:pt x="1002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 name="Google Shape;10660;p84">
            <a:extLst>
              <a:ext uri="{FF2B5EF4-FFF2-40B4-BE49-F238E27FC236}">
                <a16:creationId xmlns:a16="http://schemas.microsoft.com/office/drawing/2014/main" id="{D24F259D-0765-C101-17EB-6FABC056E7DB}"/>
              </a:ext>
            </a:extLst>
          </p:cNvPr>
          <p:cNvGrpSpPr/>
          <p:nvPr/>
        </p:nvGrpSpPr>
        <p:grpSpPr>
          <a:xfrm>
            <a:off x="6298395" y="1759550"/>
            <a:ext cx="373185" cy="302466"/>
            <a:chOff x="5220616" y="2791061"/>
            <a:chExt cx="373185" cy="302466"/>
          </a:xfrm>
          <a:solidFill>
            <a:srgbClr val="000000"/>
          </a:solidFill>
        </p:grpSpPr>
        <p:sp>
          <p:nvSpPr>
            <p:cNvPr id="5" name="Google Shape;10661;p84">
              <a:extLst>
                <a:ext uri="{FF2B5EF4-FFF2-40B4-BE49-F238E27FC236}">
                  <a16:creationId xmlns:a16="http://schemas.microsoft.com/office/drawing/2014/main" id="{142E242F-8C37-7576-A551-D28D219931A6}"/>
                </a:ext>
              </a:extLst>
            </p:cNvPr>
            <p:cNvSpPr/>
            <p:nvPr/>
          </p:nvSpPr>
          <p:spPr>
            <a:xfrm>
              <a:off x="5220616" y="2791061"/>
              <a:ext cx="373185" cy="302466"/>
            </a:xfrm>
            <a:custGeom>
              <a:avLst/>
              <a:gdLst/>
              <a:ahLst/>
              <a:cxnLst/>
              <a:rect l="l" t="t" r="r" b="b"/>
              <a:pathLst>
                <a:path w="11752" h="9525" extrusionOk="0">
                  <a:moveTo>
                    <a:pt x="1834" y="345"/>
                  </a:moveTo>
                  <a:cubicBezTo>
                    <a:pt x="1834" y="345"/>
                    <a:pt x="1846" y="345"/>
                    <a:pt x="1846" y="357"/>
                  </a:cubicBezTo>
                  <a:lnTo>
                    <a:pt x="1846" y="1083"/>
                  </a:lnTo>
                  <a:cubicBezTo>
                    <a:pt x="1846" y="1083"/>
                    <a:pt x="1846" y="1107"/>
                    <a:pt x="1834" y="1107"/>
                  </a:cubicBezTo>
                  <a:lnTo>
                    <a:pt x="1465" y="1107"/>
                  </a:lnTo>
                  <a:cubicBezTo>
                    <a:pt x="1465" y="1107"/>
                    <a:pt x="1453" y="1107"/>
                    <a:pt x="1453" y="1083"/>
                  </a:cubicBezTo>
                  <a:lnTo>
                    <a:pt x="1453" y="357"/>
                  </a:lnTo>
                  <a:lnTo>
                    <a:pt x="1465" y="357"/>
                  </a:lnTo>
                  <a:cubicBezTo>
                    <a:pt x="1465" y="351"/>
                    <a:pt x="1468" y="348"/>
                    <a:pt x="1469" y="348"/>
                  </a:cubicBezTo>
                  <a:lnTo>
                    <a:pt x="1469" y="348"/>
                  </a:lnTo>
                  <a:cubicBezTo>
                    <a:pt x="1471" y="348"/>
                    <a:pt x="1471" y="351"/>
                    <a:pt x="1465" y="357"/>
                  </a:cubicBezTo>
                  <a:lnTo>
                    <a:pt x="1834" y="345"/>
                  </a:lnTo>
                  <a:close/>
                  <a:moveTo>
                    <a:pt x="10276" y="345"/>
                  </a:moveTo>
                  <a:cubicBezTo>
                    <a:pt x="10276" y="345"/>
                    <a:pt x="10288" y="345"/>
                    <a:pt x="10288" y="357"/>
                  </a:cubicBezTo>
                  <a:lnTo>
                    <a:pt x="10288" y="1083"/>
                  </a:lnTo>
                  <a:cubicBezTo>
                    <a:pt x="10288" y="1083"/>
                    <a:pt x="10288" y="1107"/>
                    <a:pt x="10276" y="1107"/>
                  </a:cubicBezTo>
                  <a:lnTo>
                    <a:pt x="9907" y="1107"/>
                  </a:lnTo>
                  <a:cubicBezTo>
                    <a:pt x="9907" y="1107"/>
                    <a:pt x="9895" y="1107"/>
                    <a:pt x="9895" y="1083"/>
                  </a:cubicBezTo>
                  <a:lnTo>
                    <a:pt x="9895" y="357"/>
                  </a:lnTo>
                  <a:lnTo>
                    <a:pt x="9907" y="357"/>
                  </a:lnTo>
                  <a:cubicBezTo>
                    <a:pt x="9907" y="351"/>
                    <a:pt x="9910" y="348"/>
                    <a:pt x="9911" y="348"/>
                  </a:cubicBezTo>
                  <a:lnTo>
                    <a:pt x="9911" y="348"/>
                  </a:lnTo>
                  <a:cubicBezTo>
                    <a:pt x="9912" y="348"/>
                    <a:pt x="9912" y="351"/>
                    <a:pt x="9907" y="357"/>
                  </a:cubicBezTo>
                  <a:lnTo>
                    <a:pt x="10276" y="345"/>
                  </a:lnTo>
                  <a:close/>
                  <a:moveTo>
                    <a:pt x="11038" y="1107"/>
                  </a:moveTo>
                  <a:cubicBezTo>
                    <a:pt x="11240" y="1107"/>
                    <a:pt x="11407" y="1262"/>
                    <a:pt x="11407" y="1476"/>
                  </a:cubicBezTo>
                  <a:lnTo>
                    <a:pt x="11407" y="8811"/>
                  </a:lnTo>
                  <a:cubicBezTo>
                    <a:pt x="11407" y="9001"/>
                    <a:pt x="11228" y="9180"/>
                    <a:pt x="11026" y="9180"/>
                  </a:cubicBezTo>
                  <a:lnTo>
                    <a:pt x="751" y="9180"/>
                  </a:lnTo>
                  <a:cubicBezTo>
                    <a:pt x="536" y="9180"/>
                    <a:pt x="382" y="9025"/>
                    <a:pt x="382" y="8811"/>
                  </a:cubicBezTo>
                  <a:lnTo>
                    <a:pt x="382" y="1476"/>
                  </a:lnTo>
                  <a:cubicBezTo>
                    <a:pt x="382" y="1262"/>
                    <a:pt x="536" y="1107"/>
                    <a:pt x="751" y="1107"/>
                  </a:cubicBezTo>
                  <a:lnTo>
                    <a:pt x="1120" y="1107"/>
                  </a:lnTo>
                  <a:lnTo>
                    <a:pt x="1120" y="1119"/>
                  </a:lnTo>
                  <a:cubicBezTo>
                    <a:pt x="1120" y="1310"/>
                    <a:pt x="1286" y="1476"/>
                    <a:pt x="1477" y="1476"/>
                  </a:cubicBezTo>
                  <a:lnTo>
                    <a:pt x="1858" y="1476"/>
                  </a:lnTo>
                  <a:cubicBezTo>
                    <a:pt x="2048" y="1476"/>
                    <a:pt x="2215" y="1310"/>
                    <a:pt x="2215" y="1119"/>
                  </a:cubicBezTo>
                  <a:lnTo>
                    <a:pt x="2215" y="1107"/>
                  </a:lnTo>
                  <a:lnTo>
                    <a:pt x="9573" y="1107"/>
                  </a:lnTo>
                  <a:lnTo>
                    <a:pt x="9573" y="1119"/>
                  </a:lnTo>
                  <a:cubicBezTo>
                    <a:pt x="9573" y="1310"/>
                    <a:pt x="9740" y="1476"/>
                    <a:pt x="9930" y="1476"/>
                  </a:cubicBezTo>
                  <a:lnTo>
                    <a:pt x="10311" y="1476"/>
                  </a:lnTo>
                  <a:cubicBezTo>
                    <a:pt x="10502" y="1476"/>
                    <a:pt x="10669" y="1310"/>
                    <a:pt x="10669" y="1119"/>
                  </a:cubicBezTo>
                  <a:lnTo>
                    <a:pt x="10669" y="1107"/>
                  </a:lnTo>
                  <a:close/>
                  <a:moveTo>
                    <a:pt x="1465" y="0"/>
                  </a:moveTo>
                  <a:cubicBezTo>
                    <a:pt x="1275" y="0"/>
                    <a:pt x="1108" y="167"/>
                    <a:pt x="1108" y="357"/>
                  </a:cubicBezTo>
                  <a:lnTo>
                    <a:pt x="1108" y="726"/>
                  </a:lnTo>
                  <a:lnTo>
                    <a:pt x="739" y="726"/>
                  </a:lnTo>
                  <a:cubicBezTo>
                    <a:pt x="334" y="726"/>
                    <a:pt x="1" y="1060"/>
                    <a:pt x="1" y="1464"/>
                  </a:cubicBezTo>
                  <a:lnTo>
                    <a:pt x="1" y="8799"/>
                  </a:lnTo>
                  <a:cubicBezTo>
                    <a:pt x="1" y="9204"/>
                    <a:pt x="334" y="9525"/>
                    <a:pt x="739" y="9525"/>
                  </a:cubicBezTo>
                  <a:lnTo>
                    <a:pt x="11014" y="9525"/>
                  </a:lnTo>
                  <a:cubicBezTo>
                    <a:pt x="11419" y="9525"/>
                    <a:pt x="11752" y="9204"/>
                    <a:pt x="11752" y="8799"/>
                  </a:cubicBezTo>
                  <a:lnTo>
                    <a:pt x="11752" y="1464"/>
                  </a:lnTo>
                  <a:cubicBezTo>
                    <a:pt x="11752" y="1060"/>
                    <a:pt x="11419" y="726"/>
                    <a:pt x="11026" y="726"/>
                  </a:cubicBezTo>
                  <a:lnTo>
                    <a:pt x="10645" y="726"/>
                  </a:lnTo>
                  <a:lnTo>
                    <a:pt x="10645" y="357"/>
                  </a:lnTo>
                  <a:cubicBezTo>
                    <a:pt x="10645" y="167"/>
                    <a:pt x="10490" y="0"/>
                    <a:pt x="10288" y="0"/>
                  </a:cubicBezTo>
                  <a:lnTo>
                    <a:pt x="9918" y="0"/>
                  </a:lnTo>
                  <a:cubicBezTo>
                    <a:pt x="9728" y="0"/>
                    <a:pt x="9561" y="167"/>
                    <a:pt x="9561" y="357"/>
                  </a:cubicBezTo>
                  <a:lnTo>
                    <a:pt x="9561" y="726"/>
                  </a:lnTo>
                  <a:lnTo>
                    <a:pt x="2191" y="726"/>
                  </a:lnTo>
                  <a:lnTo>
                    <a:pt x="2191" y="357"/>
                  </a:lnTo>
                  <a:cubicBezTo>
                    <a:pt x="2191" y="167"/>
                    <a:pt x="2025" y="0"/>
                    <a:pt x="183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0662;p84">
              <a:extLst>
                <a:ext uri="{FF2B5EF4-FFF2-40B4-BE49-F238E27FC236}">
                  <a16:creationId xmlns:a16="http://schemas.microsoft.com/office/drawing/2014/main" id="{F1318245-9750-3493-8D24-7CCA6B378629}"/>
                </a:ext>
              </a:extLst>
            </p:cNvPr>
            <p:cNvSpPr/>
            <p:nvPr/>
          </p:nvSpPr>
          <p:spPr>
            <a:xfrm>
              <a:off x="5244432" y="2849268"/>
              <a:ext cx="326314" cy="11368"/>
            </a:xfrm>
            <a:custGeom>
              <a:avLst/>
              <a:gdLst/>
              <a:ahLst/>
              <a:cxnLst/>
              <a:rect l="l" t="t" r="r" b="b"/>
              <a:pathLst>
                <a:path w="10276" h="358" extrusionOk="0">
                  <a:moveTo>
                    <a:pt x="179" y="1"/>
                  </a:moveTo>
                  <a:cubicBezTo>
                    <a:pt x="96" y="1"/>
                    <a:pt x="1" y="72"/>
                    <a:pt x="1" y="179"/>
                  </a:cubicBezTo>
                  <a:cubicBezTo>
                    <a:pt x="1" y="274"/>
                    <a:pt x="72" y="358"/>
                    <a:pt x="179" y="358"/>
                  </a:cubicBezTo>
                  <a:lnTo>
                    <a:pt x="10097" y="358"/>
                  </a:lnTo>
                  <a:cubicBezTo>
                    <a:pt x="10180" y="358"/>
                    <a:pt x="10276" y="274"/>
                    <a:pt x="10276" y="179"/>
                  </a:cubicBezTo>
                  <a:cubicBezTo>
                    <a:pt x="10276" y="72"/>
                    <a:pt x="10180" y="1"/>
                    <a:pt x="1009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0663;p84">
              <a:extLst>
                <a:ext uri="{FF2B5EF4-FFF2-40B4-BE49-F238E27FC236}">
                  <a16:creationId xmlns:a16="http://schemas.microsoft.com/office/drawing/2014/main" id="{50D18288-A2D0-2986-1124-391B432A4D1A}"/>
                </a:ext>
              </a:extLst>
            </p:cNvPr>
            <p:cNvSpPr/>
            <p:nvPr/>
          </p:nvSpPr>
          <p:spPr>
            <a:xfrm>
              <a:off x="5261834" y="2896139"/>
              <a:ext cx="46521" cy="11400"/>
            </a:xfrm>
            <a:custGeom>
              <a:avLst/>
              <a:gdLst/>
              <a:ahLst/>
              <a:cxnLst/>
              <a:rect l="l" t="t" r="r" b="b"/>
              <a:pathLst>
                <a:path w="1465" h="359" extrusionOk="0">
                  <a:moveTo>
                    <a:pt x="179" y="1"/>
                  </a:moveTo>
                  <a:cubicBezTo>
                    <a:pt x="96" y="1"/>
                    <a:pt x="0" y="72"/>
                    <a:pt x="0" y="180"/>
                  </a:cubicBezTo>
                  <a:cubicBezTo>
                    <a:pt x="0" y="275"/>
                    <a:pt x="72" y="358"/>
                    <a:pt x="179" y="358"/>
                  </a:cubicBezTo>
                  <a:lnTo>
                    <a:pt x="1286" y="358"/>
                  </a:lnTo>
                  <a:cubicBezTo>
                    <a:pt x="1370" y="358"/>
                    <a:pt x="1465" y="275"/>
                    <a:pt x="1465" y="180"/>
                  </a:cubicBezTo>
                  <a:cubicBezTo>
                    <a:pt x="1465" y="72"/>
                    <a:pt x="1370" y="1"/>
                    <a:pt x="128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0664;p84">
              <a:extLst>
                <a:ext uri="{FF2B5EF4-FFF2-40B4-BE49-F238E27FC236}">
                  <a16:creationId xmlns:a16="http://schemas.microsoft.com/office/drawing/2014/main" id="{F0436F52-1C8B-B3AE-6BC8-A5B9AA379F87}"/>
                </a:ext>
              </a:extLst>
            </p:cNvPr>
            <p:cNvSpPr/>
            <p:nvPr/>
          </p:nvSpPr>
          <p:spPr>
            <a:xfrm>
              <a:off x="5343507" y="2896139"/>
              <a:ext cx="46521" cy="11400"/>
            </a:xfrm>
            <a:custGeom>
              <a:avLst/>
              <a:gdLst/>
              <a:ahLst/>
              <a:cxnLst/>
              <a:rect l="l" t="t" r="r" b="b"/>
              <a:pathLst>
                <a:path w="1465" h="359" extrusionOk="0">
                  <a:moveTo>
                    <a:pt x="179" y="1"/>
                  </a:moveTo>
                  <a:cubicBezTo>
                    <a:pt x="95" y="1"/>
                    <a:pt x="0" y="72"/>
                    <a:pt x="0" y="180"/>
                  </a:cubicBezTo>
                  <a:cubicBezTo>
                    <a:pt x="0" y="275"/>
                    <a:pt x="83" y="358"/>
                    <a:pt x="179" y="358"/>
                  </a:cubicBezTo>
                  <a:lnTo>
                    <a:pt x="1286" y="358"/>
                  </a:lnTo>
                  <a:cubicBezTo>
                    <a:pt x="1369" y="358"/>
                    <a:pt x="1465" y="275"/>
                    <a:pt x="1465" y="180"/>
                  </a:cubicBezTo>
                  <a:cubicBezTo>
                    <a:pt x="1465" y="72"/>
                    <a:pt x="1381" y="1"/>
                    <a:pt x="128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0665;p84">
              <a:extLst>
                <a:ext uri="{FF2B5EF4-FFF2-40B4-BE49-F238E27FC236}">
                  <a16:creationId xmlns:a16="http://schemas.microsoft.com/office/drawing/2014/main" id="{09AFE92F-10A0-A85C-EF11-662EFF8874BB}"/>
                </a:ext>
              </a:extLst>
            </p:cNvPr>
            <p:cNvSpPr/>
            <p:nvPr/>
          </p:nvSpPr>
          <p:spPr>
            <a:xfrm>
              <a:off x="5506823" y="2896139"/>
              <a:ext cx="46172" cy="11400"/>
            </a:xfrm>
            <a:custGeom>
              <a:avLst/>
              <a:gdLst/>
              <a:ahLst/>
              <a:cxnLst/>
              <a:rect l="l" t="t" r="r" b="b"/>
              <a:pathLst>
                <a:path w="1454" h="359" extrusionOk="0">
                  <a:moveTo>
                    <a:pt x="179" y="1"/>
                  </a:moveTo>
                  <a:cubicBezTo>
                    <a:pt x="84" y="1"/>
                    <a:pt x="1" y="72"/>
                    <a:pt x="1" y="180"/>
                  </a:cubicBezTo>
                  <a:cubicBezTo>
                    <a:pt x="1" y="275"/>
                    <a:pt x="72" y="358"/>
                    <a:pt x="179" y="358"/>
                  </a:cubicBezTo>
                  <a:lnTo>
                    <a:pt x="1275" y="358"/>
                  </a:lnTo>
                  <a:cubicBezTo>
                    <a:pt x="1370" y="358"/>
                    <a:pt x="1453" y="275"/>
                    <a:pt x="1453" y="180"/>
                  </a:cubicBezTo>
                  <a:cubicBezTo>
                    <a:pt x="1453" y="72"/>
                    <a:pt x="1370" y="1"/>
                    <a:pt x="127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666;p84">
              <a:extLst>
                <a:ext uri="{FF2B5EF4-FFF2-40B4-BE49-F238E27FC236}">
                  <a16:creationId xmlns:a16="http://schemas.microsoft.com/office/drawing/2014/main" id="{EDF1857B-A70A-E9C0-4035-6456583E9273}"/>
                </a:ext>
              </a:extLst>
            </p:cNvPr>
            <p:cNvSpPr/>
            <p:nvPr/>
          </p:nvSpPr>
          <p:spPr>
            <a:xfrm>
              <a:off x="5261834" y="2942660"/>
              <a:ext cx="46521" cy="11368"/>
            </a:xfrm>
            <a:custGeom>
              <a:avLst/>
              <a:gdLst/>
              <a:ahLst/>
              <a:cxnLst/>
              <a:rect l="l" t="t" r="r" b="b"/>
              <a:pathLst>
                <a:path w="1465" h="358" extrusionOk="0">
                  <a:moveTo>
                    <a:pt x="179" y="0"/>
                  </a:moveTo>
                  <a:cubicBezTo>
                    <a:pt x="96" y="0"/>
                    <a:pt x="0" y="84"/>
                    <a:pt x="0" y="179"/>
                  </a:cubicBezTo>
                  <a:cubicBezTo>
                    <a:pt x="0" y="286"/>
                    <a:pt x="72" y="358"/>
                    <a:pt x="179" y="358"/>
                  </a:cubicBezTo>
                  <a:lnTo>
                    <a:pt x="1286" y="358"/>
                  </a:lnTo>
                  <a:cubicBezTo>
                    <a:pt x="1370" y="358"/>
                    <a:pt x="1465" y="286"/>
                    <a:pt x="1465" y="179"/>
                  </a:cubicBezTo>
                  <a:cubicBezTo>
                    <a:pt x="1465" y="84"/>
                    <a:pt x="1370" y="0"/>
                    <a:pt x="128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0667;p84">
              <a:extLst>
                <a:ext uri="{FF2B5EF4-FFF2-40B4-BE49-F238E27FC236}">
                  <a16:creationId xmlns:a16="http://schemas.microsoft.com/office/drawing/2014/main" id="{4F37E6F7-7010-168F-3037-01ED83ABCFFA}"/>
                </a:ext>
              </a:extLst>
            </p:cNvPr>
            <p:cNvSpPr/>
            <p:nvPr/>
          </p:nvSpPr>
          <p:spPr>
            <a:xfrm>
              <a:off x="5424768" y="2942660"/>
              <a:ext cx="46553" cy="11368"/>
            </a:xfrm>
            <a:custGeom>
              <a:avLst/>
              <a:gdLst/>
              <a:ahLst/>
              <a:cxnLst/>
              <a:rect l="l" t="t" r="r" b="b"/>
              <a:pathLst>
                <a:path w="1466" h="358" extrusionOk="0">
                  <a:moveTo>
                    <a:pt x="180" y="0"/>
                  </a:moveTo>
                  <a:cubicBezTo>
                    <a:pt x="96" y="0"/>
                    <a:pt x="1" y="84"/>
                    <a:pt x="1" y="179"/>
                  </a:cubicBezTo>
                  <a:cubicBezTo>
                    <a:pt x="1" y="286"/>
                    <a:pt x="84" y="358"/>
                    <a:pt x="180" y="358"/>
                  </a:cubicBezTo>
                  <a:lnTo>
                    <a:pt x="1287" y="358"/>
                  </a:lnTo>
                  <a:cubicBezTo>
                    <a:pt x="1370" y="358"/>
                    <a:pt x="1465" y="286"/>
                    <a:pt x="1465" y="179"/>
                  </a:cubicBezTo>
                  <a:cubicBezTo>
                    <a:pt x="1465" y="84"/>
                    <a:pt x="1394" y="0"/>
                    <a:pt x="128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0668;p84">
              <a:extLst>
                <a:ext uri="{FF2B5EF4-FFF2-40B4-BE49-F238E27FC236}">
                  <a16:creationId xmlns:a16="http://schemas.microsoft.com/office/drawing/2014/main" id="{4C74D7C1-290E-3167-4A76-E1A724A7535F}"/>
                </a:ext>
              </a:extLst>
            </p:cNvPr>
            <p:cNvSpPr/>
            <p:nvPr/>
          </p:nvSpPr>
          <p:spPr>
            <a:xfrm>
              <a:off x="5261834" y="2989149"/>
              <a:ext cx="46521" cy="11400"/>
            </a:xfrm>
            <a:custGeom>
              <a:avLst/>
              <a:gdLst/>
              <a:ahLst/>
              <a:cxnLst/>
              <a:rect l="l" t="t" r="r" b="b"/>
              <a:pathLst>
                <a:path w="1465" h="359" extrusionOk="0">
                  <a:moveTo>
                    <a:pt x="179" y="1"/>
                  </a:moveTo>
                  <a:cubicBezTo>
                    <a:pt x="96" y="1"/>
                    <a:pt x="0" y="72"/>
                    <a:pt x="0" y="179"/>
                  </a:cubicBezTo>
                  <a:cubicBezTo>
                    <a:pt x="0" y="287"/>
                    <a:pt x="72" y="358"/>
                    <a:pt x="179" y="358"/>
                  </a:cubicBezTo>
                  <a:lnTo>
                    <a:pt x="1286" y="358"/>
                  </a:lnTo>
                  <a:cubicBezTo>
                    <a:pt x="1370" y="358"/>
                    <a:pt x="1465" y="287"/>
                    <a:pt x="1465" y="179"/>
                  </a:cubicBezTo>
                  <a:cubicBezTo>
                    <a:pt x="1465" y="72"/>
                    <a:pt x="1370" y="1"/>
                    <a:pt x="128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0669;p84">
              <a:extLst>
                <a:ext uri="{FF2B5EF4-FFF2-40B4-BE49-F238E27FC236}">
                  <a16:creationId xmlns:a16="http://schemas.microsoft.com/office/drawing/2014/main" id="{96612884-97A4-5F4D-8257-1E38D0105C24}"/>
                </a:ext>
              </a:extLst>
            </p:cNvPr>
            <p:cNvSpPr/>
            <p:nvPr/>
          </p:nvSpPr>
          <p:spPr>
            <a:xfrm>
              <a:off x="5343507" y="2989149"/>
              <a:ext cx="46521" cy="11400"/>
            </a:xfrm>
            <a:custGeom>
              <a:avLst/>
              <a:gdLst/>
              <a:ahLst/>
              <a:cxnLst/>
              <a:rect l="l" t="t" r="r" b="b"/>
              <a:pathLst>
                <a:path w="1465" h="359" extrusionOk="0">
                  <a:moveTo>
                    <a:pt x="179" y="1"/>
                  </a:moveTo>
                  <a:cubicBezTo>
                    <a:pt x="95" y="1"/>
                    <a:pt x="0" y="72"/>
                    <a:pt x="0" y="179"/>
                  </a:cubicBezTo>
                  <a:cubicBezTo>
                    <a:pt x="0" y="287"/>
                    <a:pt x="83" y="358"/>
                    <a:pt x="179" y="358"/>
                  </a:cubicBezTo>
                  <a:lnTo>
                    <a:pt x="1286" y="358"/>
                  </a:lnTo>
                  <a:cubicBezTo>
                    <a:pt x="1369" y="358"/>
                    <a:pt x="1465" y="287"/>
                    <a:pt x="1465" y="179"/>
                  </a:cubicBezTo>
                  <a:cubicBezTo>
                    <a:pt x="1465" y="72"/>
                    <a:pt x="1381" y="1"/>
                    <a:pt x="128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0670;p84">
              <a:extLst>
                <a:ext uri="{FF2B5EF4-FFF2-40B4-BE49-F238E27FC236}">
                  <a16:creationId xmlns:a16="http://schemas.microsoft.com/office/drawing/2014/main" id="{995E0696-EFA4-EFBD-997D-76A17CF5735E}"/>
                </a:ext>
              </a:extLst>
            </p:cNvPr>
            <p:cNvSpPr/>
            <p:nvPr/>
          </p:nvSpPr>
          <p:spPr>
            <a:xfrm>
              <a:off x="5506823" y="2989149"/>
              <a:ext cx="46172" cy="11400"/>
            </a:xfrm>
            <a:custGeom>
              <a:avLst/>
              <a:gdLst/>
              <a:ahLst/>
              <a:cxnLst/>
              <a:rect l="l" t="t" r="r" b="b"/>
              <a:pathLst>
                <a:path w="1454" h="359" extrusionOk="0">
                  <a:moveTo>
                    <a:pt x="179" y="1"/>
                  </a:moveTo>
                  <a:cubicBezTo>
                    <a:pt x="84" y="1"/>
                    <a:pt x="1" y="72"/>
                    <a:pt x="1" y="179"/>
                  </a:cubicBezTo>
                  <a:cubicBezTo>
                    <a:pt x="1" y="287"/>
                    <a:pt x="72" y="358"/>
                    <a:pt x="179" y="358"/>
                  </a:cubicBezTo>
                  <a:lnTo>
                    <a:pt x="1275" y="358"/>
                  </a:lnTo>
                  <a:cubicBezTo>
                    <a:pt x="1370" y="358"/>
                    <a:pt x="1453" y="287"/>
                    <a:pt x="1453" y="179"/>
                  </a:cubicBezTo>
                  <a:cubicBezTo>
                    <a:pt x="1453" y="72"/>
                    <a:pt x="1370" y="1"/>
                    <a:pt x="127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0671;p84">
              <a:extLst>
                <a:ext uri="{FF2B5EF4-FFF2-40B4-BE49-F238E27FC236}">
                  <a16:creationId xmlns:a16="http://schemas.microsoft.com/office/drawing/2014/main" id="{7FB53224-4594-1D73-76C1-76DDC81ECA70}"/>
                </a:ext>
              </a:extLst>
            </p:cNvPr>
            <p:cNvSpPr/>
            <p:nvPr/>
          </p:nvSpPr>
          <p:spPr>
            <a:xfrm>
              <a:off x="5343507" y="3036051"/>
              <a:ext cx="46521" cy="10987"/>
            </a:xfrm>
            <a:custGeom>
              <a:avLst/>
              <a:gdLst/>
              <a:ahLst/>
              <a:cxnLst/>
              <a:rect l="l" t="t" r="r" b="b"/>
              <a:pathLst>
                <a:path w="1465" h="346" extrusionOk="0">
                  <a:moveTo>
                    <a:pt x="179" y="0"/>
                  </a:moveTo>
                  <a:cubicBezTo>
                    <a:pt x="95" y="0"/>
                    <a:pt x="0" y="72"/>
                    <a:pt x="0" y="179"/>
                  </a:cubicBezTo>
                  <a:cubicBezTo>
                    <a:pt x="0" y="274"/>
                    <a:pt x="83" y="346"/>
                    <a:pt x="179" y="346"/>
                  </a:cubicBezTo>
                  <a:lnTo>
                    <a:pt x="1286" y="346"/>
                  </a:lnTo>
                  <a:cubicBezTo>
                    <a:pt x="1369" y="346"/>
                    <a:pt x="1465" y="274"/>
                    <a:pt x="1465" y="179"/>
                  </a:cubicBezTo>
                  <a:cubicBezTo>
                    <a:pt x="1465" y="72"/>
                    <a:pt x="1381" y="0"/>
                    <a:pt x="128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0672;p84">
              <a:extLst>
                <a:ext uri="{FF2B5EF4-FFF2-40B4-BE49-F238E27FC236}">
                  <a16:creationId xmlns:a16="http://schemas.microsoft.com/office/drawing/2014/main" id="{CC6942EE-A2E8-2C11-59B2-E9BC4050E9CD}"/>
                </a:ext>
              </a:extLst>
            </p:cNvPr>
            <p:cNvSpPr/>
            <p:nvPr/>
          </p:nvSpPr>
          <p:spPr>
            <a:xfrm>
              <a:off x="5424768" y="3036051"/>
              <a:ext cx="46553" cy="10987"/>
            </a:xfrm>
            <a:custGeom>
              <a:avLst/>
              <a:gdLst/>
              <a:ahLst/>
              <a:cxnLst/>
              <a:rect l="l" t="t" r="r" b="b"/>
              <a:pathLst>
                <a:path w="1466" h="346" extrusionOk="0">
                  <a:moveTo>
                    <a:pt x="180" y="0"/>
                  </a:moveTo>
                  <a:cubicBezTo>
                    <a:pt x="96" y="0"/>
                    <a:pt x="1" y="72"/>
                    <a:pt x="1" y="179"/>
                  </a:cubicBezTo>
                  <a:cubicBezTo>
                    <a:pt x="1" y="274"/>
                    <a:pt x="84" y="346"/>
                    <a:pt x="180" y="346"/>
                  </a:cubicBezTo>
                  <a:lnTo>
                    <a:pt x="1287" y="346"/>
                  </a:lnTo>
                  <a:cubicBezTo>
                    <a:pt x="1370" y="346"/>
                    <a:pt x="1465" y="274"/>
                    <a:pt x="1465" y="179"/>
                  </a:cubicBezTo>
                  <a:cubicBezTo>
                    <a:pt x="1465" y="72"/>
                    <a:pt x="1394" y="0"/>
                    <a:pt x="128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0673;p84">
              <a:extLst>
                <a:ext uri="{FF2B5EF4-FFF2-40B4-BE49-F238E27FC236}">
                  <a16:creationId xmlns:a16="http://schemas.microsoft.com/office/drawing/2014/main" id="{2F207017-AED6-E2EB-0C0F-779F7320146C}"/>
                </a:ext>
              </a:extLst>
            </p:cNvPr>
            <p:cNvSpPr/>
            <p:nvPr/>
          </p:nvSpPr>
          <p:spPr>
            <a:xfrm>
              <a:off x="5506823" y="3036051"/>
              <a:ext cx="46172" cy="10987"/>
            </a:xfrm>
            <a:custGeom>
              <a:avLst/>
              <a:gdLst/>
              <a:ahLst/>
              <a:cxnLst/>
              <a:rect l="l" t="t" r="r" b="b"/>
              <a:pathLst>
                <a:path w="1454" h="346" extrusionOk="0">
                  <a:moveTo>
                    <a:pt x="179" y="0"/>
                  </a:moveTo>
                  <a:cubicBezTo>
                    <a:pt x="84" y="0"/>
                    <a:pt x="1" y="72"/>
                    <a:pt x="1" y="179"/>
                  </a:cubicBezTo>
                  <a:cubicBezTo>
                    <a:pt x="1" y="274"/>
                    <a:pt x="72" y="346"/>
                    <a:pt x="179" y="346"/>
                  </a:cubicBezTo>
                  <a:lnTo>
                    <a:pt x="1275" y="346"/>
                  </a:lnTo>
                  <a:cubicBezTo>
                    <a:pt x="1370" y="346"/>
                    <a:pt x="1453" y="274"/>
                    <a:pt x="1453" y="179"/>
                  </a:cubicBezTo>
                  <a:cubicBezTo>
                    <a:pt x="1453" y="72"/>
                    <a:pt x="1370" y="0"/>
                    <a:pt x="127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0674;p84">
              <a:extLst>
                <a:ext uri="{FF2B5EF4-FFF2-40B4-BE49-F238E27FC236}">
                  <a16:creationId xmlns:a16="http://schemas.microsoft.com/office/drawing/2014/main" id="{1AD8E732-645A-BE3C-0943-503111F01BC3}"/>
                </a:ext>
              </a:extLst>
            </p:cNvPr>
            <p:cNvSpPr/>
            <p:nvPr/>
          </p:nvSpPr>
          <p:spPr>
            <a:xfrm>
              <a:off x="5343126" y="2930752"/>
              <a:ext cx="46902" cy="33851"/>
            </a:xfrm>
            <a:custGeom>
              <a:avLst/>
              <a:gdLst/>
              <a:ahLst/>
              <a:cxnLst/>
              <a:rect l="l" t="t" r="r" b="b"/>
              <a:pathLst>
                <a:path w="1477" h="1066" extrusionOk="0">
                  <a:moveTo>
                    <a:pt x="1293" y="0"/>
                  </a:moveTo>
                  <a:cubicBezTo>
                    <a:pt x="1250" y="0"/>
                    <a:pt x="1209" y="18"/>
                    <a:pt x="1179" y="54"/>
                  </a:cubicBezTo>
                  <a:lnTo>
                    <a:pt x="572" y="661"/>
                  </a:lnTo>
                  <a:lnTo>
                    <a:pt x="322" y="411"/>
                  </a:lnTo>
                  <a:cubicBezTo>
                    <a:pt x="280" y="375"/>
                    <a:pt x="235" y="358"/>
                    <a:pt x="194" y="358"/>
                  </a:cubicBezTo>
                  <a:cubicBezTo>
                    <a:pt x="152" y="358"/>
                    <a:pt x="113" y="375"/>
                    <a:pt x="84" y="411"/>
                  </a:cubicBezTo>
                  <a:cubicBezTo>
                    <a:pt x="0" y="483"/>
                    <a:pt x="0" y="590"/>
                    <a:pt x="84" y="649"/>
                  </a:cubicBezTo>
                  <a:lnTo>
                    <a:pt x="453" y="1018"/>
                  </a:lnTo>
                  <a:cubicBezTo>
                    <a:pt x="476" y="1054"/>
                    <a:pt x="524" y="1066"/>
                    <a:pt x="572" y="1066"/>
                  </a:cubicBezTo>
                  <a:cubicBezTo>
                    <a:pt x="619" y="1066"/>
                    <a:pt x="655" y="1054"/>
                    <a:pt x="691" y="1018"/>
                  </a:cubicBezTo>
                  <a:lnTo>
                    <a:pt x="1417" y="292"/>
                  </a:lnTo>
                  <a:cubicBezTo>
                    <a:pt x="1477" y="233"/>
                    <a:pt x="1477" y="125"/>
                    <a:pt x="1417" y="54"/>
                  </a:cubicBezTo>
                  <a:cubicBezTo>
                    <a:pt x="1381" y="18"/>
                    <a:pt x="1337" y="0"/>
                    <a:pt x="129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0675;p84">
              <a:extLst>
                <a:ext uri="{FF2B5EF4-FFF2-40B4-BE49-F238E27FC236}">
                  <a16:creationId xmlns:a16="http://schemas.microsoft.com/office/drawing/2014/main" id="{CB6D85A4-B64F-51E1-CA8B-533EF873355D}"/>
                </a:ext>
              </a:extLst>
            </p:cNvPr>
            <p:cNvSpPr/>
            <p:nvPr/>
          </p:nvSpPr>
          <p:spPr>
            <a:xfrm>
              <a:off x="5506442" y="2930752"/>
              <a:ext cx="47283" cy="33851"/>
            </a:xfrm>
            <a:custGeom>
              <a:avLst/>
              <a:gdLst/>
              <a:ahLst/>
              <a:cxnLst/>
              <a:rect l="l" t="t" r="r" b="b"/>
              <a:pathLst>
                <a:path w="1489" h="1066" extrusionOk="0">
                  <a:moveTo>
                    <a:pt x="1282" y="0"/>
                  </a:moveTo>
                  <a:cubicBezTo>
                    <a:pt x="1239" y="0"/>
                    <a:pt x="1197" y="18"/>
                    <a:pt x="1167" y="54"/>
                  </a:cubicBezTo>
                  <a:lnTo>
                    <a:pt x="560" y="661"/>
                  </a:lnTo>
                  <a:lnTo>
                    <a:pt x="310" y="411"/>
                  </a:lnTo>
                  <a:cubicBezTo>
                    <a:pt x="275" y="375"/>
                    <a:pt x="230" y="358"/>
                    <a:pt x="187" y="358"/>
                  </a:cubicBezTo>
                  <a:cubicBezTo>
                    <a:pt x="144" y="358"/>
                    <a:pt x="102" y="375"/>
                    <a:pt x="72" y="411"/>
                  </a:cubicBezTo>
                  <a:cubicBezTo>
                    <a:pt x="1" y="483"/>
                    <a:pt x="1" y="590"/>
                    <a:pt x="72" y="649"/>
                  </a:cubicBezTo>
                  <a:lnTo>
                    <a:pt x="441" y="1018"/>
                  </a:lnTo>
                  <a:cubicBezTo>
                    <a:pt x="477" y="1054"/>
                    <a:pt x="513" y="1066"/>
                    <a:pt x="560" y="1066"/>
                  </a:cubicBezTo>
                  <a:cubicBezTo>
                    <a:pt x="608" y="1066"/>
                    <a:pt x="656" y="1054"/>
                    <a:pt x="679" y="1018"/>
                  </a:cubicBezTo>
                  <a:lnTo>
                    <a:pt x="1406" y="292"/>
                  </a:lnTo>
                  <a:cubicBezTo>
                    <a:pt x="1489" y="233"/>
                    <a:pt x="1489" y="125"/>
                    <a:pt x="1406" y="54"/>
                  </a:cubicBezTo>
                  <a:cubicBezTo>
                    <a:pt x="1370" y="18"/>
                    <a:pt x="1325" y="0"/>
                    <a:pt x="128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0676;p84">
              <a:extLst>
                <a:ext uri="{FF2B5EF4-FFF2-40B4-BE49-F238E27FC236}">
                  <a16:creationId xmlns:a16="http://schemas.microsoft.com/office/drawing/2014/main" id="{A2E2CDF9-4A8B-BAB8-8051-4367645B1AD8}"/>
                </a:ext>
              </a:extLst>
            </p:cNvPr>
            <p:cNvSpPr/>
            <p:nvPr/>
          </p:nvSpPr>
          <p:spPr>
            <a:xfrm>
              <a:off x="5424419" y="2977336"/>
              <a:ext cx="47283" cy="34168"/>
            </a:xfrm>
            <a:custGeom>
              <a:avLst/>
              <a:gdLst/>
              <a:ahLst/>
              <a:cxnLst/>
              <a:rect l="l" t="t" r="r" b="b"/>
              <a:pathLst>
                <a:path w="1489" h="1076" extrusionOk="0">
                  <a:moveTo>
                    <a:pt x="1293" y="1"/>
                  </a:moveTo>
                  <a:cubicBezTo>
                    <a:pt x="1250" y="1"/>
                    <a:pt x="1208" y="22"/>
                    <a:pt x="1179" y="63"/>
                  </a:cubicBezTo>
                  <a:lnTo>
                    <a:pt x="572" y="671"/>
                  </a:lnTo>
                  <a:lnTo>
                    <a:pt x="321" y="421"/>
                  </a:lnTo>
                  <a:cubicBezTo>
                    <a:pt x="280" y="379"/>
                    <a:pt x="235" y="358"/>
                    <a:pt x="193" y="358"/>
                  </a:cubicBezTo>
                  <a:cubicBezTo>
                    <a:pt x="152" y="358"/>
                    <a:pt x="113" y="379"/>
                    <a:pt x="83" y="421"/>
                  </a:cubicBezTo>
                  <a:cubicBezTo>
                    <a:pt x="0" y="492"/>
                    <a:pt x="0" y="599"/>
                    <a:pt x="83" y="659"/>
                  </a:cubicBezTo>
                  <a:lnTo>
                    <a:pt x="452" y="1028"/>
                  </a:lnTo>
                  <a:cubicBezTo>
                    <a:pt x="476" y="1052"/>
                    <a:pt x="524" y="1075"/>
                    <a:pt x="572" y="1075"/>
                  </a:cubicBezTo>
                  <a:cubicBezTo>
                    <a:pt x="619" y="1075"/>
                    <a:pt x="655" y="1052"/>
                    <a:pt x="691" y="1028"/>
                  </a:cubicBezTo>
                  <a:lnTo>
                    <a:pt x="1417" y="301"/>
                  </a:lnTo>
                  <a:cubicBezTo>
                    <a:pt x="1488" y="242"/>
                    <a:pt x="1488" y="123"/>
                    <a:pt x="1417" y="63"/>
                  </a:cubicBezTo>
                  <a:cubicBezTo>
                    <a:pt x="1381" y="22"/>
                    <a:pt x="1336" y="1"/>
                    <a:pt x="129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0677;p84">
              <a:extLst>
                <a:ext uri="{FF2B5EF4-FFF2-40B4-BE49-F238E27FC236}">
                  <a16:creationId xmlns:a16="http://schemas.microsoft.com/office/drawing/2014/main" id="{609B3021-E59D-B175-243D-2D4DD0BAFAF0}"/>
                </a:ext>
              </a:extLst>
            </p:cNvPr>
            <p:cNvSpPr/>
            <p:nvPr/>
          </p:nvSpPr>
          <p:spPr>
            <a:xfrm>
              <a:off x="5261453" y="3024143"/>
              <a:ext cx="47283" cy="33851"/>
            </a:xfrm>
            <a:custGeom>
              <a:avLst/>
              <a:gdLst/>
              <a:ahLst/>
              <a:cxnLst/>
              <a:rect l="l" t="t" r="r" b="b"/>
              <a:pathLst>
                <a:path w="1489" h="1066" extrusionOk="0">
                  <a:moveTo>
                    <a:pt x="1289" y="0"/>
                  </a:moveTo>
                  <a:cubicBezTo>
                    <a:pt x="1248" y="0"/>
                    <a:pt x="1209" y="18"/>
                    <a:pt x="1179" y="54"/>
                  </a:cubicBezTo>
                  <a:lnTo>
                    <a:pt x="572" y="673"/>
                  </a:lnTo>
                  <a:lnTo>
                    <a:pt x="310" y="411"/>
                  </a:lnTo>
                  <a:cubicBezTo>
                    <a:pt x="274" y="375"/>
                    <a:pt x="230" y="357"/>
                    <a:pt x="186" y="357"/>
                  </a:cubicBezTo>
                  <a:cubicBezTo>
                    <a:pt x="143" y="357"/>
                    <a:pt x="102" y="375"/>
                    <a:pt x="72" y="411"/>
                  </a:cubicBezTo>
                  <a:cubicBezTo>
                    <a:pt x="0" y="494"/>
                    <a:pt x="0" y="590"/>
                    <a:pt x="72" y="649"/>
                  </a:cubicBezTo>
                  <a:lnTo>
                    <a:pt x="453" y="1030"/>
                  </a:lnTo>
                  <a:cubicBezTo>
                    <a:pt x="477" y="1054"/>
                    <a:pt x="524" y="1066"/>
                    <a:pt x="572" y="1066"/>
                  </a:cubicBezTo>
                  <a:cubicBezTo>
                    <a:pt x="608" y="1066"/>
                    <a:pt x="655" y="1054"/>
                    <a:pt x="691" y="1030"/>
                  </a:cubicBezTo>
                  <a:lnTo>
                    <a:pt x="1417" y="292"/>
                  </a:lnTo>
                  <a:cubicBezTo>
                    <a:pt x="1489" y="220"/>
                    <a:pt x="1489" y="113"/>
                    <a:pt x="1417" y="54"/>
                  </a:cubicBezTo>
                  <a:cubicBezTo>
                    <a:pt x="1376" y="18"/>
                    <a:pt x="1331" y="0"/>
                    <a:pt x="128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0678;p84">
              <a:extLst>
                <a:ext uri="{FF2B5EF4-FFF2-40B4-BE49-F238E27FC236}">
                  <a16:creationId xmlns:a16="http://schemas.microsoft.com/office/drawing/2014/main" id="{B29E4D5E-2DD9-23F2-55BE-F56F95E7FABC}"/>
                </a:ext>
              </a:extLst>
            </p:cNvPr>
            <p:cNvSpPr/>
            <p:nvPr/>
          </p:nvSpPr>
          <p:spPr>
            <a:xfrm>
              <a:off x="5424419" y="2884231"/>
              <a:ext cx="47283" cy="33883"/>
            </a:xfrm>
            <a:custGeom>
              <a:avLst/>
              <a:gdLst/>
              <a:ahLst/>
              <a:cxnLst/>
              <a:rect l="l" t="t" r="r" b="b"/>
              <a:pathLst>
                <a:path w="1489" h="1067" extrusionOk="0">
                  <a:moveTo>
                    <a:pt x="1293" y="1"/>
                  </a:moveTo>
                  <a:cubicBezTo>
                    <a:pt x="1250" y="1"/>
                    <a:pt x="1208" y="19"/>
                    <a:pt x="1179" y="54"/>
                  </a:cubicBezTo>
                  <a:lnTo>
                    <a:pt x="572" y="674"/>
                  </a:lnTo>
                  <a:lnTo>
                    <a:pt x="321" y="412"/>
                  </a:lnTo>
                  <a:cubicBezTo>
                    <a:pt x="280" y="376"/>
                    <a:pt x="235" y="358"/>
                    <a:pt x="193" y="358"/>
                  </a:cubicBezTo>
                  <a:cubicBezTo>
                    <a:pt x="152" y="358"/>
                    <a:pt x="113" y="376"/>
                    <a:pt x="83" y="412"/>
                  </a:cubicBezTo>
                  <a:cubicBezTo>
                    <a:pt x="0" y="495"/>
                    <a:pt x="0" y="590"/>
                    <a:pt x="83" y="650"/>
                  </a:cubicBezTo>
                  <a:lnTo>
                    <a:pt x="452" y="1031"/>
                  </a:lnTo>
                  <a:cubicBezTo>
                    <a:pt x="476" y="1055"/>
                    <a:pt x="524" y="1067"/>
                    <a:pt x="572" y="1067"/>
                  </a:cubicBezTo>
                  <a:cubicBezTo>
                    <a:pt x="619" y="1067"/>
                    <a:pt x="655" y="1055"/>
                    <a:pt x="691" y="1031"/>
                  </a:cubicBezTo>
                  <a:lnTo>
                    <a:pt x="1417" y="293"/>
                  </a:lnTo>
                  <a:cubicBezTo>
                    <a:pt x="1488" y="221"/>
                    <a:pt x="1488" y="114"/>
                    <a:pt x="1417" y="54"/>
                  </a:cubicBezTo>
                  <a:cubicBezTo>
                    <a:pt x="1381" y="19"/>
                    <a:pt x="1336" y="1"/>
                    <a:pt x="129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 name="Google Shape;13707;p89">
            <a:extLst>
              <a:ext uri="{FF2B5EF4-FFF2-40B4-BE49-F238E27FC236}">
                <a16:creationId xmlns:a16="http://schemas.microsoft.com/office/drawing/2014/main" id="{296A63E0-1442-77E7-71A2-978D80EEB39C}"/>
              </a:ext>
            </a:extLst>
          </p:cNvPr>
          <p:cNvGrpSpPr/>
          <p:nvPr/>
        </p:nvGrpSpPr>
        <p:grpSpPr>
          <a:xfrm>
            <a:off x="1177848" y="1697511"/>
            <a:ext cx="355104" cy="351040"/>
            <a:chOff x="854253" y="2428274"/>
            <a:chExt cx="355104" cy="351040"/>
          </a:xfrm>
          <a:solidFill>
            <a:srgbClr val="000000"/>
          </a:solidFill>
        </p:grpSpPr>
        <p:sp>
          <p:nvSpPr>
            <p:cNvPr id="24" name="Google Shape;13708;p89">
              <a:extLst>
                <a:ext uri="{FF2B5EF4-FFF2-40B4-BE49-F238E27FC236}">
                  <a16:creationId xmlns:a16="http://schemas.microsoft.com/office/drawing/2014/main" id="{3868300B-F6FC-16EA-E547-B737BD2B33C1}"/>
                </a:ext>
              </a:extLst>
            </p:cNvPr>
            <p:cNvSpPr/>
            <p:nvPr/>
          </p:nvSpPr>
          <p:spPr>
            <a:xfrm>
              <a:off x="854253" y="2428274"/>
              <a:ext cx="355104" cy="351040"/>
            </a:xfrm>
            <a:custGeom>
              <a:avLst/>
              <a:gdLst/>
              <a:ahLst/>
              <a:cxnLst/>
              <a:rect l="l" t="t" r="r" b="b"/>
              <a:pathLst>
                <a:path w="11097" h="10970" extrusionOk="0">
                  <a:moveTo>
                    <a:pt x="2584" y="7660"/>
                  </a:moveTo>
                  <a:cubicBezTo>
                    <a:pt x="2870" y="7660"/>
                    <a:pt x="3132" y="7803"/>
                    <a:pt x="3286" y="8017"/>
                  </a:cubicBezTo>
                  <a:cubicBezTo>
                    <a:pt x="3179" y="8934"/>
                    <a:pt x="2417" y="9124"/>
                    <a:pt x="2370" y="9124"/>
                  </a:cubicBezTo>
                  <a:cubicBezTo>
                    <a:pt x="2286" y="9136"/>
                    <a:pt x="2239" y="9219"/>
                    <a:pt x="2251" y="9315"/>
                  </a:cubicBezTo>
                  <a:cubicBezTo>
                    <a:pt x="2262" y="9386"/>
                    <a:pt x="2346" y="9434"/>
                    <a:pt x="2417" y="9434"/>
                  </a:cubicBezTo>
                  <a:lnTo>
                    <a:pt x="2465" y="9434"/>
                  </a:lnTo>
                  <a:cubicBezTo>
                    <a:pt x="2477" y="9434"/>
                    <a:pt x="2727" y="9374"/>
                    <a:pt x="3001" y="9172"/>
                  </a:cubicBezTo>
                  <a:cubicBezTo>
                    <a:pt x="3144" y="9053"/>
                    <a:pt x="3346" y="8874"/>
                    <a:pt x="3453" y="8600"/>
                  </a:cubicBezTo>
                  <a:lnTo>
                    <a:pt x="3453" y="8600"/>
                  </a:lnTo>
                  <a:cubicBezTo>
                    <a:pt x="3394" y="9350"/>
                    <a:pt x="2774" y="9946"/>
                    <a:pt x="2001" y="9946"/>
                  </a:cubicBezTo>
                  <a:cubicBezTo>
                    <a:pt x="1548" y="9946"/>
                    <a:pt x="1179" y="9565"/>
                    <a:pt x="1179" y="9124"/>
                  </a:cubicBezTo>
                  <a:cubicBezTo>
                    <a:pt x="1179" y="8898"/>
                    <a:pt x="1274" y="8708"/>
                    <a:pt x="1417" y="8541"/>
                  </a:cubicBezTo>
                  <a:lnTo>
                    <a:pt x="2298" y="7660"/>
                  </a:lnTo>
                  <a:close/>
                  <a:moveTo>
                    <a:pt x="6251" y="0"/>
                  </a:moveTo>
                  <a:cubicBezTo>
                    <a:pt x="6168" y="0"/>
                    <a:pt x="6086" y="24"/>
                    <a:pt x="6013" y="76"/>
                  </a:cubicBezTo>
                  <a:cubicBezTo>
                    <a:pt x="5203" y="516"/>
                    <a:pt x="4644" y="1230"/>
                    <a:pt x="4453" y="1504"/>
                  </a:cubicBezTo>
                  <a:lnTo>
                    <a:pt x="4370" y="1457"/>
                  </a:lnTo>
                  <a:cubicBezTo>
                    <a:pt x="4300" y="1423"/>
                    <a:pt x="4225" y="1407"/>
                    <a:pt x="4152" y="1407"/>
                  </a:cubicBezTo>
                  <a:cubicBezTo>
                    <a:pt x="3988" y="1407"/>
                    <a:pt x="3829" y="1487"/>
                    <a:pt x="3739" y="1635"/>
                  </a:cubicBezTo>
                  <a:cubicBezTo>
                    <a:pt x="3132" y="2552"/>
                    <a:pt x="3084" y="3981"/>
                    <a:pt x="3084" y="4207"/>
                  </a:cubicBezTo>
                  <a:cubicBezTo>
                    <a:pt x="3013" y="4397"/>
                    <a:pt x="2941" y="4600"/>
                    <a:pt x="2893" y="4802"/>
                  </a:cubicBezTo>
                  <a:cubicBezTo>
                    <a:pt x="2465" y="4862"/>
                    <a:pt x="1929" y="4993"/>
                    <a:pt x="1417" y="5267"/>
                  </a:cubicBezTo>
                  <a:cubicBezTo>
                    <a:pt x="1000" y="5493"/>
                    <a:pt x="679" y="5755"/>
                    <a:pt x="441" y="6088"/>
                  </a:cubicBezTo>
                  <a:cubicBezTo>
                    <a:pt x="155" y="6481"/>
                    <a:pt x="0" y="6957"/>
                    <a:pt x="0" y="7493"/>
                  </a:cubicBezTo>
                  <a:cubicBezTo>
                    <a:pt x="0" y="7588"/>
                    <a:pt x="84" y="7660"/>
                    <a:pt x="167" y="7660"/>
                  </a:cubicBezTo>
                  <a:lnTo>
                    <a:pt x="1846" y="7660"/>
                  </a:lnTo>
                  <a:lnTo>
                    <a:pt x="1191" y="8315"/>
                  </a:lnTo>
                  <a:cubicBezTo>
                    <a:pt x="977" y="8541"/>
                    <a:pt x="869" y="8827"/>
                    <a:pt x="869" y="9124"/>
                  </a:cubicBezTo>
                  <a:cubicBezTo>
                    <a:pt x="869" y="9743"/>
                    <a:pt x="1369" y="10267"/>
                    <a:pt x="2012" y="10267"/>
                  </a:cubicBezTo>
                  <a:cubicBezTo>
                    <a:pt x="2608" y="10267"/>
                    <a:pt x="3144" y="9970"/>
                    <a:pt x="3477" y="9505"/>
                  </a:cubicBezTo>
                  <a:lnTo>
                    <a:pt x="3477" y="10803"/>
                  </a:lnTo>
                  <a:cubicBezTo>
                    <a:pt x="3477" y="10886"/>
                    <a:pt x="3548" y="10970"/>
                    <a:pt x="3632" y="10970"/>
                  </a:cubicBezTo>
                  <a:cubicBezTo>
                    <a:pt x="3727" y="10970"/>
                    <a:pt x="3798" y="10886"/>
                    <a:pt x="3798" y="10803"/>
                  </a:cubicBezTo>
                  <a:lnTo>
                    <a:pt x="3798" y="8553"/>
                  </a:lnTo>
                  <a:lnTo>
                    <a:pt x="3798" y="8469"/>
                  </a:lnTo>
                  <a:cubicBezTo>
                    <a:pt x="3751" y="7838"/>
                    <a:pt x="3239" y="7362"/>
                    <a:pt x="2608" y="7362"/>
                  </a:cubicBezTo>
                  <a:lnTo>
                    <a:pt x="774" y="7362"/>
                  </a:lnTo>
                  <a:cubicBezTo>
                    <a:pt x="1239" y="7184"/>
                    <a:pt x="2084" y="6993"/>
                    <a:pt x="3655" y="6993"/>
                  </a:cubicBezTo>
                  <a:cubicBezTo>
                    <a:pt x="3739" y="6993"/>
                    <a:pt x="3810" y="6922"/>
                    <a:pt x="3810" y="6826"/>
                  </a:cubicBezTo>
                  <a:cubicBezTo>
                    <a:pt x="3810" y="6743"/>
                    <a:pt x="3739" y="6660"/>
                    <a:pt x="3655" y="6660"/>
                  </a:cubicBezTo>
                  <a:cubicBezTo>
                    <a:pt x="1703" y="6660"/>
                    <a:pt x="774" y="6957"/>
                    <a:pt x="357" y="7184"/>
                  </a:cubicBezTo>
                  <a:cubicBezTo>
                    <a:pt x="453" y="6481"/>
                    <a:pt x="869" y="5933"/>
                    <a:pt x="1572" y="5564"/>
                  </a:cubicBezTo>
                  <a:cubicBezTo>
                    <a:pt x="2239" y="5207"/>
                    <a:pt x="3013" y="5112"/>
                    <a:pt x="3417" y="5088"/>
                  </a:cubicBezTo>
                  <a:cubicBezTo>
                    <a:pt x="3489" y="5088"/>
                    <a:pt x="3560" y="5112"/>
                    <a:pt x="3596" y="5195"/>
                  </a:cubicBezTo>
                  <a:cubicBezTo>
                    <a:pt x="3691" y="5410"/>
                    <a:pt x="3894" y="5826"/>
                    <a:pt x="4013" y="6172"/>
                  </a:cubicBezTo>
                  <a:cubicBezTo>
                    <a:pt x="4032" y="6248"/>
                    <a:pt x="4096" y="6286"/>
                    <a:pt x="4164" y="6286"/>
                  </a:cubicBezTo>
                  <a:cubicBezTo>
                    <a:pt x="4181" y="6286"/>
                    <a:pt x="4198" y="6283"/>
                    <a:pt x="4215" y="6279"/>
                  </a:cubicBezTo>
                  <a:cubicBezTo>
                    <a:pt x="4310" y="6243"/>
                    <a:pt x="4346" y="6160"/>
                    <a:pt x="4322" y="6064"/>
                  </a:cubicBezTo>
                  <a:cubicBezTo>
                    <a:pt x="4203" y="5731"/>
                    <a:pt x="4025" y="5326"/>
                    <a:pt x="3894" y="5040"/>
                  </a:cubicBezTo>
                  <a:cubicBezTo>
                    <a:pt x="3803" y="4860"/>
                    <a:pt x="3627" y="4754"/>
                    <a:pt x="3426" y="4754"/>
                  </a:cubicBezTo>
                  <a:cubicBezTo>
                    <a:pt x="3415" y="4754"/>
                    <a:pt x="3404" y="4754"/>
                    <a:pt x="3394" y="4755"/>
                  </a:cubicBezTo>
                  <a:cubicBezTo>
                    <a:pt x="3358" y="4755"/>
                    <a:pt x="3310" y="4755"/>
                    <a:pt x="3251" y="4778"/>
                  </a:cubicBezTo>
                  <a:cubicBezTo>
                    <a:pt x="3453" y="4005"/>
                    <a:pt x="3906" y="3314"/>
                    <a:pt x="4525" y="2814"/>
                  </a:cubicBezTo>
                  <a:cubicBezTo>
                    <a:pt x="5215" y="2254"/>
                    <a:pt x="6061" y="1957"/>
                    <a:pt x="6942" y="1957"/>
                  </a:cubicBezTo>
                  <a:cubicBezTo>
                    <a:pt x="7585" y="1957"/>
                    <a:pt x="8204" y="2123"/>
                    <a:pt x="8775" y="2421"/>
                  </a:cubicBezTo>
                  <a:cubicBezTo>
                    <a:pt x="8800" y="2437"/>
                    <a:pt x="8828" y="2445"/>
                    <a:pt x="8857" y="2445"/>
                  </a:cubicBezTo>
                  <a:cubicBezTo>
                    <a:pt x="8912" y="2445"/>
                    <a:pt x="8966" y="2416"/>
                    <a:pt x="8989" y="2362"/>
                  </a:cubicBezTo>
                  <a:cubicBezTo>
                    <a:pt x="9037" y="2290"/>
                    <a:pt x="9013" y="2183"/>
                    <a:pt x="8930" y="2147"/>
                  </a:cubicBezTo>
                  <a:cubicBezTo>
                    <a:pt x="8323" y="1814"/>
                    <a:pt x="7644" y="1635"/>
                    <a:pt x="6954" y="1635"/>
                  </a:cubicBezTo>
                  <a:cubicBezTo>
                    <a:pt x="6001" y="1635"/>
                    <a:pt x="5084" y="1969"/>
                    <a:pt x="4334" y="2564"/>
                  </a:cubicBezTo>
                  <a:cubicBezTo>
                    <a:pt x="4013" y="2826"/>
                    <a:pt x="3727" y="3135"/>
                    <a:pt x="3501" y="3481"/>
                  </a:cubicBezTo>
                  <a:cubicBezTo>
                    <a:pt x="3572" y="2981"/>
                    <a:pt x="3727" y="2302"/>
                    <a:pt x="4036" y="1814"/>
                  </a:cubicBezTo>
                  <a:cubicBezTo>
                    <a:pt x="4070" y="1764"/>
                    <a:pt x="4132" y="1743"/>
                    <a:pt x="4191" y="1743"/>
                  </a:cubicBezTo>
                  <a:cubicBezTo>
                    <a:pt x="4216" y="1743"/>
                    <a:pt x="4241" y="1747"/>
                    <a:pt x="4263" y="1754"/>
                  </a:cubicBezTo>
                  <a:lnTo>
                    <a:pt x="4465" y="1850"/>
                  </a:lnTo>
                  <a:cubicBezTo>
                    <a:pt x="4487" y="1856"/>
                    <a:pt x="4508" y="1859"/>
                    <a:pt x="4529" y="1859"/>
                  </a:cubicBezTo>
                  <a:cubicBezTo>
                    <a:pt x="4589" y="1859"/>
                    <a:pt x="4644" y="1834"/>
                    <a:pt x="4679" y="1790"/>
                  </a:cubicBezTo>
                  <a:cubicBezTo>
                    <a:pt x="4679" y="1766"/>
                    <a:pt x="5275" y="861"/>
                    <a:pt x="6215" y="337"/>
                  </a:cubicBezTo>
                  <a:cubicBezTo>
                    <a:pt x="6236" y="324"/>
                    <a:pt x="6261" y="318"/>
                    <a:pt x="6288" y="318"/>
                  </a:cubicBezTo>
                  <a:cubicBezTo>
                    <a:pt x="6307" y="318"/>
                    <a:pt x="6327" y="321"/>
                    <a:pt x="6346" y="326"/>
                  </a:cubicBezTo>
                  <a:cubicBezTo>
                    <a:pt x="6394" y="337"/>
                    <a:pt x="6430" y="373"/>
                    <a:pt x="6465" y="421"/>
                  </a:cubicBezTo>
                  <a:lnTo>
                    <a:pt x="6656" y="802"/>
                  </a:lnTo>
                  <a:cubicBezTo>
                    <a:pt x="6668" y="849"/>
                    <a:pt x="6715" y="873"/>
                    <a:pt x="6751" y="897"/>
                  </a:cubicBezTo>
                  <a:cubicBezTo>
                    <a:pt x="6769" y="901"/>
                    <a:pt x="6784" y="904"/>
                    <a:pt x="6799" y="904"/>
                  </a:cubicBezTo>
                  <a:cubicBezTo>
                    <a:pt x="6825" y="904"/>
                    <a:pt x="6848" y="896"/>
                    <a:pt x="6870" y="873"/>
                  </a:cubicBezTo>
                  <a:cubicBezTo>
                    <a:pt x="6870" y="873"/>
                    <a:pt x="7585" y="504"/>
                    <a:pt x="8513" y="397"/>
                  </a:cubicBezTo>
                  <a:cubicBezTo>
                    <a:pt x="8585" y="397"/>
                    <a:pt x="8644" y="421"/>
                    <a:pt x="8668" y="457"/>
                  </a:cubicBezTo>
                  <a:cubicBezTo>
                    <a:pt x="8716" y="504"/>
                    <a:pt x="8728" y="564"/>
                    <a:pt x="8716" y="623"/>
                  </a:cubicBezTo>
                  <a:lnTo>
                    <a:pt x="8620" y="1052"/>
                  </a:lnTo>
                  <a:cubicBezTo>
                    <a:pt x="8608" y="1099"/>
                    <a:pt x="8620" y="1147"/>
                    <a:pt x="8656" y="1171"/>
                  </a:cubicBezTo>
                  <a:cubicBezTo>
                    <a:pt x="8680" y="1207"/>
                    <a:pt x="8716" y="1230"/>
                    <a:pt x="8751" y="1254"/>
                  </a:cubicBezTo>
                  <a:cubicBezTo>
                    <a:pt x="8775" y="1254"/>
                    <a:pt x="9740" y="1397"/>
                    <a:pt x="10466" y="1933"/>
                  </a:cubicBezTo>
                  <a:cubicBezTo>
                    <a:pt x="10513" y="1969"/>
                    <a:pt x="10537" y="2028"/>
                    <a:pt x="10537" y="2088"/>
                  </a:cubicBezTo>
                  <a:cubicBezTo>
                    <a:pt x="10537" y="2147"/>
                    <a:pt x="10513" y="2207"/>
                    <a:pt x="10466" y="2231"/>
                  </a:cubicBezTo>
                  <a:lnTo>
                    <a:pt x="9751" y="2719"/>
                  </a:lnTo>
                  <a:cubicBezTo>
                    <a:pt x="9680" y="2647"/>
                    <a:pt x="9585" y="2588"/>
                    <a:pt x="9513" y="2516"/>
                  </a:cubicBezTo>
                  <a:cubicBezTo>
                    <a:pt x="9482" y="2491"/>
                    <a:pt x="9445" y="2478"/>
                    <a:pt x="9408" y="2478"/>
                  </a:cubicBezTo>
                  <a:cubicBezTo>
                    <a:pt x="9360" y="2478"/>
                    <a:pt x="9314" y="2500"/>
                    <a:pt x="9287" y="2540"/>
                  </a:cubicBezTo>
                  <a:cubicBezTo>
                    <a:pt x="9228" y="2623"/>
                    <a:pt x="9251" y="2719"/>
                    <a:pt x="9323" y="2766"/>
                  </a:cubicBezTo>
                  <a:cubicBezTo>
                    <a:pt x="10240" y="3493"/>
                    <a:pt x="10764" y="4588"/>
                    <a:pt x="10764" y="5755"/>
                  </a:cubicBezTo>
                  <a:lnTo>
                    <a:pt x="10764" y="10791"/>
                  </a:lnTo>
                  <a:cubicBezTo>
                    <a:pt x="10764" y="10874"/>
                    <a:pt x="10835" y="10958"/>
                    <a:pt x="10930" y="10958"/>
                  </a:cubicBezTo>
                  <a:cubicBezTo>
                    <a:pt x="11014" y="10958"/>
                    <a:pt x="11097" y="10874"/>
                    <a:pt x="11097" y="10791"/>
                  </a:cubicBezTo>
                  <a:lnTo>
                    <a:pt x="11097" y="5755"/>
                  </a:lnTo>
                  <a:cubicBezTo>
                    <a:pt x="11061" y="4707"/>
                    <a:pt x="10668" y="3719"/>
                    <a:pt x="9966" y="2957"/>
                  </a:cubicBezTo>
                  <a:lnTo>
                    <a:pt x="10621" y="2504"/>
                  </a:lnTo>
                  <a:cubicBezTo>
                    <a:pt x="10752" y="2409"/>
                    <a:pt x="10847" y="2242"/>
                    <a:pt x="10847" y="2076"/>
                  </a:cubicBezTo>
                  <a:cubicBezTo>
                    <a:pt x="10847" y="1921"/>
                    <a:pt x="10764" y="1766"/>
                    <a:pt x="10633" y="1659"/>
                  </a:cubicBezTo>
                  <a:cubicBezTo>
                    <a:pt x="10013" y="1219"/>
                    <a:pt x="9275" y="1028"/>
                    <a:pt x="8954" y="945"/>
                  </a:cubicBezTo>
                  <a:lnTo>
                    <a:pt x="9013" y="683"/>
                  </a:lnTo>
                  <a:cubicBezTo>
                    <a:pt x="9037" y="516"/>
                    <a:pt x="9001" y="349"/>
                    <a:pt x="8894" y="230"/>
                  </a:cubicBezTo>
                  <a:cubicBezTo>
                    <a:pt x="8803" y="129"/>
                    <a:pt x="8668" y="70"/>
                    <a:pt x="8526" y="70"/>
                  </a:cubicBezTo>
                  <a:cubicBezTo>
                    <a:pt x="8502" y="70"/>
                    <a:pt x="8478" y="72"/>
                    <a:pt x="8454" y="76"/>
                  </a:cubicBezTo>
                  <a:cubicBezTo>
                    <a:pt x="7704" y="147"/>
                    <a:pt x="7108" y="385"/>
                    <a:pt x="6834" y="516"/>
                  </a:cubicBezTo>
                  <a:lnTo>
                    <a:pt x="6715" y="278"/>
                  </a:lnTo>
                  <a:cubicBezTo>
                    <a:pt x="6656" y="159"/>
                    <a:pt x="6537" y="52"/>
                    <a:pt x="6406" y="28"/>
                  </a:cubicBezTo>
                  <a:cubicBezTo>
                    <a:pt x="6355" y="10"/>
                    <a:pt x="6303" y="0"/>
                    <a:pt x="625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3709;p89">
              <a:extLst>
                <a:ext uri="{FF2B5EF4-FFF2-40B4-BE49-F238E27FC236}">
                  <a16:creationId xmlns:a16="http://schemas.microsoft.com/office/drawing/2014/main" id="{4C2C1ABA-488F-A710-3250-4D5C5BB9C8D7}"/>
                </a:ext>
              </a:extLst>
            </p:cNvPr>
            <p:cNvSpPr/>
            <p:nvPr/>
          </p:nvSpPr>
          <p:spPr>
            <a:xfrm>
              <a:off x="1003597" y="2557554"/>
              <a:ext cx="49568" cy="60608"/>
            </a:xfrm>
            <a:custGeom>
              <a:avLst/>
              <a:gdLst/>
              <a:ahLst/>
              <a:cxnLst/>
              <a:rect l="l" t="t" r="r" b="b"/>
              <a:pathLst>
                <a:path w="1549" h="1894" extrusionOk="0">
                  <a:moveTo>
                    <a:pt x="774" y="0"/>
                  </a:moveTo>
                  <a:cubicBezTo>
                    <a:pt x="358" y="0"/>
                    <a:pt x="1" y="346"/>
                    <a:pt x="1" y="774"/>
                  </a:cubicBezTo>
                  <a:lnTo>
                    <a:pt x="1" y="1119"/>
                  </a:lnTo>
                  <a:cubicBezTo>
                    <a:pt x="1" y="1536"/>
                    <a:pt x="346" y="1893"/>
                    <a:pt x="774" y="1893"/>
                  </a:cubicBezTo>
                  <a:cubicBezTo>
                    <a:pt x="1203" y="1893"/>
                    <a:pt x="1548" y="1548"/>
                    <a:pt x="1548" y="1119"/>
                  </a:cubicBezTo>
                  <a:lnTo>
                    <a:pt x="1548" y="774"/>
                  </a:lnTo>
                  <a:cubicBezTo>
                    <a:pt x="1548" y="643"/>
                    <a:pt x="1513" y="548"/>
                    <a:pt x="1477" y="441"/>
                  </a:cubicBezTo>
                  <a:cubicBezTo>
                    <a:pt x="1443" y="389"/>
                    <a:pt x="1383" y="350"/>
                    <a:pt x="1322" y="350"/>
                  </a:cubicBezTo>
                  <a:cubicBezTo>
                    <a:pt x="1298" y="350"/>
                    <a:pt x="1274" y="356"/>
                    <a:pt x="1251" y="369"/>
                  </a:cubicBezTo>
                  <a:cubicBezTo>
                    <a:pt x="1179" y="405"/>
                    <a:pt x="1132" y="500"/>
                    <a:pt x="1179" y="584"/>
                  </a:cubicBezTo>
                  <a:cubicBezTo>
                    <a:pt x="1203" y="643"/>
                    <a:pt x="1215" y="703"/>
                    <a:pt x="1215" y="786"/>
                  </a:cubicBezTo>
                  <a:lnTo>
                    <a:pt x="1215" y="1119"/>
                  </a:lnTo>
                  <a:cubicBezTo>
                    <a:pt x="1215" y="1358"/>
                    <a:pt x="1024" y="1572"/>
                    <a:pt x="774" y="1572"/>
                  </a:cubicBezTo>
                  <a:cubicBezTo>
                    <a:pt x="536" y="1572"/>
                    <a:pt x="322" y="1381"/>
                    <a:pt x="322" y="1119"/>
                  </a:cubicBezTo>
                  <a:lnTo>
                    <a:pt x="322" y="786"/>
                  </a:lnTo>
                  <a:cubicBezTo>
                    <a:pt x="322" y="548"/>
                    <a:pt x="524" y="334"/>
                    <a:pt x="774" y="334"/>
                  </a:cubicBezTo>
                  <a:cubicBezTo>
                    <a:pt x="858" y="334"/>
                    <a:pt x="941" y="262"/>
                    <a:pt x="941" y="167"/>
                  </a:cubicBezTo>
                  <a:cubicBezTo>
                    <a:pt x="941" y="84"/>
                    <a:pt x="858" y="0"/>
                    <a:pt x="77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3838098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93">
          <a:extLst>
            <a:ext uri="{FF2B5EF4-FFF2-40B4-BE49-F238E27FC236}">
              <a16:creationId xmlns:a16="http://schemas.microsoft.com/office/drawing/2014/main" id="{5CADDC38-56F5-73F0-C090-AEFD5B3FAB06}"/>
            </a:ext>
          </a:extLst>
        </p:cNvPr>
        <p:cNvGrpSpPr/>
        <p:nvPr/>
      </p:nvGrpSpPr>
      <p:grpSpPr>
        <a:xfrm>
          <a:off x="0" y="0"/>
          <a:ext cx="0" cy="0"/>
          <a:chOff x="0" y="0"/>
          <a:chExt cx="0" cy="0"/>
        </a:xfrm>
      </p:grpSpPr>
      <p:sp>
        <p:nvSpPr>
          <p:cNvPr id="1994" name="Google Shape;1994;p62">
            <a:extLst>
              <a:ext uri="{FF2B5EF4-FFF2-40B4-BE49-F238E27FC236}">
                <a16:creationId xmlns:a16="http://schemas.microsoft.com/office/drawing/2014/main" id="{C3D861DA-ADFD-0F1D-7173-14B6EEB4B377}"/>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Choix des critères de sélection (1)</a:t>
            </a:r>
            <a:endParaRPr dirty="0"/>
          </a:p>
        </p:txBody>
      </p:sp>
      <p:sp>
        <p:nvSpPr>
          <p:cNvPr id="1995" name="Google Shape;1995;p62">
            <a:extLst>
              <a:ext uri="{FF2B5EF4-FFF2-40B4-BE49-F238E27FC236}">
                <a16:creationId xmlns:a16="http://schemas.microsoft.com/office/drawing/2014/main" id="{BF98686A-C2C7-6253-1798-E12A3F99F367}"/>
              </a:ext>
            </a:extLst>
          </p:cNvPr>
          <p:cNvSpPr/>
          <p:nvPr/>
        </p:nvSpPr>
        <p:spPr>
          <a:xfrm>
            <a:off x="720000" y="1171500"/>
            <a:ext cx="7704000" cy="351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dirty="0">
                <a:solidFill>
                  <a:schemeClr val="tx1">
                    <a:lumMod val="90000"/>
                    <a:lumOff val="10000"/>
                  </a:schemeClr>
                </a:solidFill>
                <a:latin typeface="Sora"/>
                <a:ea typeface="Sora"/>
                <a:cs typeface="Sora"/>
                <a:sym typeface="Sora"/>
              </a:rPr>
              <a:t>P</a:t>
            </a:r>
            <a:r>
              <a:rPr lang="en" sz="2000" b="1" dirty="0">
                <a:solidFill>
                  <a:schemeClr val="accent1">
                    <a:lumMod val="50000"/>
                  </a:schemeClr>
                </a:solidFill>
                <a:latin typeface="Sora"/>
                <a:ea typeface="Sora"/>
                <a:cs typeface="Sora"/>
                <a:sym typeface="Sora"/>
              </a:rPr>
              <a:t>E</a:t>
            </a:r>
            <a:r>
              <a:rPr lang="en" sz="2000" b="1" dirty="0">
                <a:solidFill>
                  <a:schemeClr val="accent5">
                    <a:lumMod val="50000"/>
                  </a:schemeClr>
                </a:solidFill>
                <a:latin typeface="Sora"/>
                <a:ea typeface="Sora"/>
                <a:cs typeface="Sora"/>
                <a:sym typeface="Sora"/>
              </a:rPr>
              <a:t>S</a:t>
            </a:r>
            <a:r>
              <a:rPr lang="en" sz="2000" b="1" dirty="0">
                <a:solidFill>
                  <a:schemeClr val="tx2">
                    <a:lumMod val="50000"/>
                  </a:schemeClr>
                </a:solidFill>
                <a:latin typeface="Sora"/>
                <a:ea typeface="Sora"/>
                <a:cs typeface="Sora"/>
                <a:sym typeface="Sora"/>
              </a:rPr>
              <a:t>T</a:t>
            </a:r>
            <a:r>
              <a:rPr lang="en" sz="2000" b="1" dirty="0">
                <a:solidFill>
                  <a:schemeClr val="accent6"/>
                </a:solidFill>
                <a:latin typeface="Sora"/>
                <a:ea typeface="Sora"/>
                <a:cs typeface="Sora"/>
                <a:sym typeface="Sora"/>
              </a:rPr>
              <a:t>E</a:t>
            </a:r>
            <a:r>
              <a:rPr lang="en" sz="2000" b="1" dirty="0">
                <a:solidFill>
                  <a:schemeClr val="accent3">
                    <a:lumMod val="50000"/>
                  </a:schemeClr>
                </a:solidFill>
                <a:latin typeface="Sora"/>
                <a:ea typeface="Sora"/>
                <a:cs typeface="Sora"/>
                <a:sym typeface="Sora"/>
              </a:rPr>
              <a:t>L</a:t>
            </a:r>
            <a:endParaRPr sz="2000" b="1" dirty="0">
              <a:solidFill>
                <a:schemeClr val="accent3">
                  <a:lumMod val="50000"/>
                </a:schemeClr>
              </a:solidFill>
              <a:latin typeface="Sora"/>
              <a:ea typeface="Sora"/>
              <a:cs typeface="Sora"/>
              <a:sym typeface="Sora"/>
            </a:endParaRPr>
          </a:p>
        </p:txBody>
      </p:sp>
      <p:sp>
        <p:nvSpPr>
          <p:cNvPr id="1996" name="Google Shape;1996;p62">
            <a:extLst>
              <a:ext uri="{FF2B5EF4-FFF2-40B4-BE49-F238E27FC236}">
                <a16:creationId xmlns:a16="http://schemas.microsoft.com/office/drawing/2014/main" id="{0E98F373-9A4B-AC8F-26FD-F55D4323BD06}"/>
              </a:ext>
            </a:extLst>
          </p:cNvPr>
          <p:cNvSpPr/>
          <p:nvPr/>
        </p:nvSpPr>
        <p:spPr>
          <a:xfrm>
            <a:off x="4974491" y="1844961"/>
            <a:ext cx="1893750" cy="49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dirty="0">
                <a:solidFill>
                  <a:schemeClr val="accent1">
                    <a:lumMod val="50000"/>
                  </a:schemeClr>
                </a:solidFill>
                <a:latin typeface="Sora"/>
                <a:ea typeface="Sora"/>
                <a:cs typeface="Sora"/>
                <a:sym typeface="Sora"/>
              </a:rPr>
              <a:t>Economique</a:t>
            </a:r>
            <a:endParaRPr sz="2000" b="1" dirty="0">
              <a:solidFill>
                <a:schemeClr val="accent1">
                  <a:lumMod val="50000"/>
                </a:schemeClr>
              </a:solidFill>
              <a:latin typeface="Sora"/>
              <a:ea typeface="Sora"/>
              <a:cs typeface="Sora"/>
              <a:sym typeface="Sora"/>
            </a:endParaRPr>
          </a:p>
        </p:txBody>
      </p:sp>
      <p:sp>
        <p:nvSpPr>
          <p:cNvPr id="1997" name="Google Shape;1997;p62">
            <a:extLst>
              <a:ext uri="{FF2B5EF4-FFF2-40B4-BE49-F238E27FC236}">
                <a16:creationId xmlns:a16="http://schemas.microsoft.com/office/drawing/2014/main" id="{614D5840-9884-DCDE-33BB-02352AAE28AD}"/>
              </a:ext>
            </a:extLst>
          </p:cNvPr>
          <p:cNvSpPr/>
          <p:nvPr/>
        </p:nvSpPr>
        <p:spPr>
          <a:xfrm>
            <a:off x="720000" y="1845913"/>
            <a:ext cx="1829400" cy="49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dirty="0">
                <a:solidFill>
                  <a:schemeClr val="tx1">
                    <a:lumMod val="90000"/>
                    <a:lumOff val="10000"/>
                  </a:schemeClr>
                </a:solidFill>
                <a:latin typeface="Sora"/>
                <a:ea typeface="Sora"/>
                <a:cs typeface="Sora"/>
                <a:sym typeface="Sora"/>
              </a:rPr>
              <a:t>Politique</a:t>
            </a:r>
            <a:endParaRPr sz="2000" b="1" dirty="0">
              <a:solidFill>
                <a:schemeClr val="tx1">
                  <a:lumMod val="90000"/>
                  <a:lumOff val="10000"/>
                </a:schemeClr>
              </a:solidFill>
              <a:latin typeface="Sora"/>
              <a:ea typeface="Sora"/>
              <a:cs typeface="Sora"/>
              <a:sym typeface="Sora"/>
            </a:endParaRPr>
          </a:p>
        </p:txBody>
      </p:sp>
      <p:sp>
        <p:nvSpPr>
          <p:cNvPr id="1999" name="Google Shape;1999;p62">
            <a:extLst>
              <a:ext uri="{FF2B5EF4-FFF2-40B4-BE49-F238E27FC236}">
                <a16:creationId xmlns:a16="http://schemas.microsoft.com/office/drawing/2014/main" id="{10499AA3-2A2D-FDC9-6DE5-A077AA83144A}"/>
              </a:ext>
            </a:extLst>
          </p:cNvPr>
          <p:cNvSpPr/>
          <p:nvPr/>
        </p:nvSpPr>
        <p:spPr>
          <a:xfrm>
            <a:off x="720000" y="2567750"/>
            <a:ext cx="1829400" cy="1005300"/>
          </a:xfrm>
          <a:prstGeom prst="rect">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dirty="0">
                <a:solidFill>
                  <a:schemeClr val="dk1"/>
                </a:solidFill>
                <a:latin typeface="Raleway"/>
                <a:ea typeface="Raleway"/>
                <a:cs typeface="Raleway"/>
                <a:sym typeface="Raleway"/>
              </a:rPr>
              <a:t>Score de stabilité politique</a:t>
            </a:r>
            <a:endParaRPr sz="1200" dirty="0">
              <a:solidFill>
                <a:schemeClr val="dk1"/>
              </a:solidFill>
              <a:latin typeface="Raleway"/>
              <a:ea typeface="Raleway"/>
              <a:cs typeface="Raleway"/>
              <a:sym typeface="Raleway"/>
            </a:endParaRPr>
          </a:p>
        </p:txBody>
      </p:sp>
      <p:cxnSp>
        <p:nvCxnSpPr>
          <p:cNvPr id="2000" name="Google Shape;2000;p62">
            <a:extLst>
              <a:ext uri="{FF2B5EF4-FFF2-40B4-BE49-F238E27FC236}">
                <a16:creationId xmlns:a16="http://schemas.microsoft.com/office/drawing/2014/main" id="{474D04FC-3186-8410-B8C0-F0F5C0E8F66D}"/>
              </a:ext>
            </a:extLst>
          </p:cNvPr>
          <p:cNvCxnSpPr>
            <a:stCxn id="1995" idx="2"/>
            <a:endCxn id="1997" idx="0"/>
          </p:cNvCxnSpPr>
          <p:nvPr/>
        </p:nvCxnSpPr>
        <p:spPr>
          <a:xfrm rot="5400000">
            <a:off x="2942100" y="216000"/>
            <a:ext cx="322500" cy="2937300"/>
          </a:xfrm>
          <a:prstGeom prst="curvedConnector3">
            <a:avLst>
              <a:gd name="adj1" fmla="val 50002"/>
            </a:avLst>
          </a:prstGeom>
          <a:noFill/>
          <a:ln w="9525" cap="flat" cmpd="sng">
            <a:solidFill>
              <a:schemeClr val="dk1"/>
            </a:solidFill>
            <a:prstDash val="solid"/>
            <a:round/>
            <a:headEnd type="none" w="med" len="med"/>
            <a:tailEnd type="oval" w="med" len="med"/>
          </a:ln>
        </p:spPr>
      </p:cxnSp>
      <p:sp>
        <p:nvSpPr>
          <p:cNvPr id="2001" name="Google Shape;2001;p62">
            <a:extLst>
              <a:ext uri="{FF2B5EF4-FFF2-40B4-BE49-F238E27FC236}">
                <a16:creationId xmlns:a16="http://schemas.microsoft.com/office/drawing/2014/main" id="{D55F4616-2598-D911-1579-B9282B1BC750}"/>
              </a:ext>
            </a:extLst>
          </p:cNvPr>
          <p:cNvSpPr/>
          <p:nvPr/>
        </p:nvSpPr>
        <p:spPr>
          <a:xfrm>
            <a:off x="5006933" y="2567713"/>
            <a:ext cx="1829400" cy="1005300"/>
          </a:xfrm>
          <a:prstGeom prst="rect">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dirty="0">
                <a:solidFill>
                  <a:schemeClr val="dk1"/>
                </a:solidFill>
                <a:latin typeface="Raleway"/>
                <a:ea typeface="Raleway"/>
                <a:cs typeface="Raleway"/>
                <a:sym typeface="Raleway"/>
              </a:rPr>
              <a:t>Taux d’exportation</a:t>
            </a:r>
            <a:endParaRPr sz="1200" dirty="0">
              <a:solidFill>
                <a:schemeClr val="dk1"/>
              </a:solidFill>
              <a:latin typeface="Raleway"/>
              <a:ea typeface="Raleway"/>
              <a:cs typeface="Raleway"/>
              <a:sym typeface="Raleway"/>
            </a:endParaRPr>
          </a:p>
        </p:txBody>
      </p:sp>
      <p:cxnSp>
        <p:nvCxnSpPr>
          <p:cNvPr id="2010" name="Google Shape;2010;p62">
            <a:extLst>
              <a:ext uri="{FF2B5EF4-FFF2-40B4-BE49-F238E27FC236}">
                <a16:creationId xmlns:a16="http://schemas.microsoft.com/office/drawing/2014/main" id="{73025C06-0D8F-561C-914C-5B95BA772D03}"/>
              </a:ext>
            </a:extLst>
          </p:cNvPr>
          <p:cNvCxnSpPr>
            <a:stCxn id="1997" idx="2"/>
            <a:endCxn id="1999" idx="0"/>
          </p:cNvCxnSpPr>
          <p:nvPr/>
        </p:nvCxnSpPr>
        <p:spPr>
          <a:xfrm rot="-5400000" flipH="1">
            <a:off x="1524000" y="2456413"/>
            <a:ext cx="222000" cy="600"/>
          </a:xfrm>
          <a:prstGeom prst="curvedConnector3">
            <a:avLst>
              <a:gd name="adj1" fmla="val 50008"/>
            </a:avLst>
          </a:prstGeom>
          <a:noFill/>
          <a:ln w="9525" cap="flat" cmpd="sng">
            <a:solidFill>
              <a:schemeClr val="dk1"/>
            </a:solidFill>
            <a:prstDash val="solid"/>
            <a:round/>
            <a:headEnd type="none" w="med" len="med"/>
            <a:tailEnd type="oval" w="med" len="med"/>
          </a:ln>
        </p:spPr>
      </p:cxnSp>
      <p:cxnSp>
        <p:nvCxnSpPr>
          <p:cNvPr id="2011" name="Google Shape;2011;p62">
            <a:extLst>
              <a:ext uri="{FF2B5EF4-FFF2-40B4-BE49-F238E27FC236}">
                <a16:creationId xmlns:a16="http://schemas.microsoft.com/office/drawing/2014/main" id="{12A8F27B-9922-5845-9D98-C09B5ABB3C73}"/>
              </a:ext>
            </a:extLst>
          </p:cNvPr>
          <p:cNvCxnSpPr>
            <a:cxnSpLocks/>
            <a:stCxn id="1996" idx="2"/>
            <a:endCxn id="2001" idx="0"/>
          </p:cNvCxnSpPr>
          <p:nvPr/>
        </p:nvCxnSpPr>
        <p:spPr>
          <a:xfrm rot="16200000" flipH="1">
            <a:off x="5810023" y="2456103"/>
            <a:ext cx="222952" cy="267"/>
          </a:xfrm>
          <a:prstGeom prst="curvedConnector3">
            <a:avLst>
              <a:gd name="adj1" fmla="val 50000"/>
            </a:avLst>
          </a:prstGeom>
          <a:noFill/>
          <a:ln w="9525" cap="flat" cmpd="sng">
            <a:solidFill>
              <a:schemeClr val="dk1"/>
            </a:solidFill>
            <a:prstDash val="solid"/>
            <a:round/>
            <a:headEnd type="none" w="med" len="med"/>
            <a:tailEnd type="oval" w="med" len="med"/>
          </a:ln>
        </p:spPr>
      </p:cxnSp>
      <p:sp>
        <p:nvSpPr>
          <p:cNvPr id="2" name="Google Shape;1318;p44">
            <a:extLst>
              <a:ext uri="{FF2B5EF4-FFF2-40B4-BE49-F238E27FC236}">
                <a16:creationId xmlns:a16="http://schemas.microsoft.com/office/drawing/2014/main" id="{21CB8781-1D0A-5BBF-4AA2-0DBCC7872FC0}"/>
              </a:ext>
            </a:extLst>
          </p:cNvPr>
          <p:cNvSpPr txBox="1">
            <a:spLocks/>
          </p:cNvSpPr>
          <p:nvPr/>
        </p:nvSpPr>
        <p:spPr>
          <a:xfrm>
            <a:off x="0" y="4815694"/>
            <a:ext cx="9144001" cy="327806"/>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400"/>
              <a:buFont typeface="Raleway"/>
              <a:buNone/>
              <a:defRPr sz="1200" b="0" i="0" u="none" strike="noStrike" cap="none">
                <a:solidFill>
                  <a:schemeClr val="dk1"/>
                </a:solidFill>
                <a:latin typeface="Raleway"/>
                <a:ea typeface="Raleway"/>
                <a:cs typeface="Raleway"/>
                <a:sym typeface="Raleway"/>
              </a:defRPr>
            </a:lvl1pPr>
            <a:lvl2pPr marL="914400" marR="0" lvl="1"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9pPr>
          </a:lstStyle>
          <a:p>
            <a:pPr marL="0" indent="0" algn="ctr"/>
            <a:r>
              <a:rPr lang="en-US" sz="1100" dirty="0" err="1">
                <a:solidFill>
                  <a:schemeClr val="bg1">
                    <a:lumMod val="50000"/>
                  </a:schemeClr>
                </a:solidFill>
              </a:rPr>
              <a:t>Contexte</a:t>
            </a:r>
            <a:r>
              <a:rPr lang="en-US" sz="1100" dirty="0">
                <a:solidFill>
                  <a:schemeClr val="bg1">
                    <a:lumMod val="50000"/>
                  </a:schemeClr>
                </a:solidFill>
              </a:rPr>
              <a:t> – </a:t>
            </a:r>
            <a:r>
              <a:rPr lang="en-US" b="1" dirty="0" err="1">
                <a:solidFill>
                  <a:schemeClr val="bg1">
                    <a:lumMod val="50000"/>
                  </a:schemeClr>
                </a:solidFill>
              </a:rPr>
              <a:t>Préparation</a:t>
            </a:r>
            <a:r>
              <a:rPr lang="en-US" b="1" dirty="0">
                <a:solidFill>
                  <a:schemeClr val="bg1">
                    <a:lumMod val="50000"/>
                  </a:schemeClr>
                </a:solidFill>
              </a:rPr>
              <a:t> des données </a:t>
            </a:r>
            <a:r>
              <a:rPr lang="en-US" sz="1100" dirty="0">
                <a:solidFill>
                  <a:schemeClr val="bg1">
                    <a:lumMod val="50000"/>
                  </a:schemeClr>
                </a:solidFill>
              </a:rPr>
              <a:t>– Exploration des données – </a:t>
            </a:r>
            <a:r>
              <a:rPr lang="en-US" sz="1100" dirty="0" err="1">
                <a:solidFill>
                  <a:schemeClr val="bg1">
                    <a:lumMod val="50000"/>
                  </a:schemeClr>
                </a:solidFill>
              </a:rPr>
              <a:t>Résultats</a:t>
            </a:r>
            <a:endParaRPr lang="en-US" sz="1100" dirty="0">
              <a:solidFill>
                <a:schemeClr val="bg1">
                  <a:lumMod val="50000"/>
                </a:schemeClr>
              </a:solidFill>
            </a:endParaRPr>
          </a:p>
        </p:txBody>
      </p:sp>
      <p:sp>
        <p:nvSpPr>
          <p:cNvPr id="12" name="Google Shape;1999;p62">
            <a:extLst>
              <a:ext uri="{FF2B5EF4-FFF2-40B4-BE49-F238E27FC236}">
                <a16:creationId xmlns:a16="http://schemas.microsoft.com/office/drawing/2014/main" id="{F4BA4ABC-30A1-BE0E-F912-72F0CB6A7870}"/>
              </a:ext>
            </a:extLst>
          </p:cNvPr>
          <p:cNvSpPr/>
          <p:nvPr/>
        </p:nvSpPr>
        <p:spPr>
          <a:xfrm>
            <a:off x="2946792" y="2567713"/>
            <a:ext cx="1829400" cy="1005300"/>
          </a:xfrm>
          <a:prstGeom prst="rect">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dirty="0">
                <a:solidFill>
                  <a:schemeClr val="dk1"/>
                </a:solidFill>
                <a:latin typeface="Raleway"/>
                <a:ea typeface="Raleway"/>
                <a:cs typeface="Raleway"/>
                <a:sym typeface="Raleway"/>
              </a:rPr>
              <a:t>Consommation de viande de volailles (kg/personne/an)</a:t>
            </a:r>
            <a:endParaRPr sz="1200" dirty="0">
              <a:solidFill>
                <a:schemeClr val="dk1"/>
              </a:solidFill>
              <a:latin typeface="Raleway"/>
              <a:ea typeface="Raleway"/>
              <a:cs typeface="Raleway"/>
              <a:sym typeface="Raleway"/>
            </a:endParaRPr>
          </a:p>
        </p:txBody>
      </p:sp>
      <p:sp>
        <p:nvSpPr>
          <p:cNvPr id="13" name="Google Shape;2001;p62">
            <a:extLst>
              <a:ext uri="{FF2B5EF4-FFF2-40B4-BE49-F238E27FC236}">
                <a16:creationId xmlns:a16="http://schemas.microsoft.com/office/drawing/2014/main" id="{53542F62-E623-4526-0673-D8CF35EB41E5}"/>
              </a:ext>
            </a:extLst>
          </p:cNvPr>
          <p:cNvSpPr/>
          <p:nvPr/>
        </p:nvSpPr>
        <p:spPr>
          <a:xfrm>
            <a:off x="7067074" y="2567713"/>
            <a:ext cx="1829400" cy="1005300"/>
          </a:xfrm>
          <a:prstGeom prst="rect">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dirty="0">
                <a:solidFill>
                  <a:schemeClr val="dk1"/>
                </a:solidFill>
                <a:latin typeface="Raleway"/>
                <a:ea typeface="Raleway"/>
                <a:cs typeface="Raleway"/>
                <a:sym typeface="Raleway"/>
              </a:rPr>
              <a:t>Taux de dépendance à l’importation</a:t>
            </a:r>
            <a:endParaRPr sz="1200" dirty="0">
              <a:solidFill>
                <a:schemeClr val="dk1"/>
              </a:solidFill>
              <a:latin typeface="Raleway"/>
              <a:ea typeface="Raleway"/>
              <a:cs typeface="Raleway"/>
              <a:sym typeface="Raleway"/>
            </a:endParaRPr>
          </a:p>
        </p:txBody>
      </p:sp>
      <p:cxnSp>
        <p:nvCxnSpPr>
          <p:cNvPr id="15" name="Google Shape;2011;p62">
            <a:extLst>
              <a:ext uri="{FF2B5EF4-FFF2-40B4-BE49-F238E27FC236}">
                <a16:creationId xmlns:a16="http://schemas.microsoft.com/office/drawing/2014/main" id="{517026C7-C86F-EA5E-E72B-3E4029C74F35}"/>
              </a:ext>
            </a:extLst>
          </p:cNvPr>
          <p:cNvCxnSpPr>
            <a:cxnSpLocks/>
            <a:stCxn id="1996" idx="1"/>
            <a:endCxn id="12" idx="0"/>
          </p:cNvCxnSpPr>
          <p:nvPr/>
        </p:nvCxnSpPr>
        <p:spPr>
          <a:xfrm rot="10800000" flipV="1">
            <a:off x="3861493" y="2094861"/>
            <a:ext cx="1112999" cy="472852"/>
          </a:xfrm>
          <a:prstGeom prst="curvedConnector2">
            <a:avLst/>
          </a:prstGeom>
          <a:noFill/>
          <a:ln w="9525" cap="flat" cmpd="sng">
            <a:solidFill>
              <a:schemeClr val="dk1"/>
            </a:solidFill>
            <a:prstDash val="solid"/>
            <a:round/>
            <a:headEnd type="none" w="med" len="med"/>
            <a:tailEnd type="oval" w="med" len="med"/>
          </a:ln>
        </p:spPr>
      </p:cxnSp>
      <p:cxnSp>
        <p:nvCxnSpPr>
          <p:cNvPr id="18" name="Google Shape;2011;p62">
            <a:extLst>
              <a:ext uri="{FF2B5EF4-FFF2-40B4-BE49-F238E27FC236}">
                <a16:creationId xmlns:a16="http://schemas.microsoft.com/office/drawing/2014/main" id="{D1952801-2E26-4A4D-13BA-8F450E47F839}"/>
              </a:ext>
            </a:extLst>
          </p:cNvPr>
          <p:cNvCxnSpPr>
            <a:cxnSpLocks/>
            <a:stCxn id="1996" idx="3"/>
            <a:endCxn id="13" idx="0"/>
          </p:cNvCxnSpPr>
          <p:nvPr/>
        </p:nvCxnSpPr>
        <p:spPr>
          <a:xfrm>
            <a:off x="6868241" y="2094861"/>
            <a:ext cx="1113533" cy="472852"/>
          </a:xfrm>
          <a:prstGeom prst="curvedConnector2">
            <a:avLst/>
          </a:prstGeom>
          <a:noFill/>
          <a:ln w="9525" cap="flat" cmpd="sng">
            <a:solidFill>
              <a:schemeClr val="dk1"/>
            </a:solidFill>
            <a:prstDash val="solid"/>
            <a:round/>
            <a:headEnd type="none" w="med" len="med"/>
            <a:tailEnd type="oval" w="med" len="med"/>
          </a:ln>
        </p:spPr>
      </p:cxnSp>
      <p:cxnSp>
        <p:nvCxnSpPr>
          <p:cNvPr id="21" name="Google Shape;2000;p62">
            <a:extLst>
              <a:ext uri="{FF2B5EF4-FFF2-40B4-BE49-F238E27FC236}">
                <a16:creationId xmlns:a16="http://schemas.microsoft.com/office/drawing/2014/main" id="{FD8E63E6-87BD-1490-17C5-FC8FE3014085}"/>
              </a:ext>
            </a:extLst>
          </p:cNvPr>
          <p:cNvCxnSpPr>
            <a:cxnSpLocks/>
            <a:stCxn id="1995" idx="2"/>
            <a:endCxn id="1996" idx="0"/>
          </p:cNvCxnSpPr>
          <p:nvPr/>
        </p:nvCxnSpPr>
        <p:spPr>
          <a:xfrm rot="16200000" flipH="1">
            <a:off x="5085903" y="1009497"/>
            <a:ext cx="321561" cy="1349366"/>
          </a:xfrm>
          <a:prstGeom prst="curvedConnector3">
            <a:avLst>
              <a:gd name="adj1" fmla="val 50000"/>
            </a:avLst>
          </a:prstGeom>
          <a:noFill/>
          <a:ln w="9525" cap="flat" cmpd="sng">
            <a:solidFill>
              <a:schemeClr val="dk1"/>
            </a:solidFill>
            <a:prstDash val="solid"/>
            <a:round/>
            <a:headEnd type="none" w="med" len="med"/>
            <a:tailEnd type="oval" w="med" len="med"/>
          </a:ln>
        </p:spPr>
      </p:cxnSp>
    </p:spTree>
    <p:extLst>
      <p:ext uri="{BB962C8B-B14F-4D97-AF65-F5344CB8AC3E}">
        <p14:creationId xmlns:p14="http://schemas.microsoft.com/office/powerpoint/2010/main" val="23262930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93">
          <a:extLst>
            <a:ext uri="{FF2B5EF4-FFF2-40B4-BE49-F238E27FC236}">
              <a16:creationId xmlns:a16="http://schemas.microsoft.com/office/drawing/2014/main" id="{5ADE6343-E211-1002-2659-0ADFA29CF633}"/>
            </a:ext>
          </a:extLst>
        </p:cNvPr>
        <p:cNvGrpSpPr/>
        <p:nvPr/>
      </p:nvGrpSpPr>
      <p:grpSpPr>
        <a:xfrm>
          <a:off x="0" y="0"/>
          <a:ext cx="0" cy="0"/>
          <a:chOff x="0" y="0"/>
          <a:chExt cx="0" cy="0"/>
        </a:xfrm>
      </p:grpSpPr>
      <p:sp>
        <p:nvSpPr>
          <p:cNvPr id="1994" name="Google Shape;1994;p62">
            <a:extLst>
              <a:ext uri="{FF2B5EF4-FFF2-40B4-BE49-F238E27FC236}">
                <a16:creationId xmlns:a16="http://schemas.microsoft.com/office/drawing/2014/main" id="{B167548C-5F52-DF93-BE03-2CD2C59AEF53}"/>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Choix des critères de sélection (2)</a:t>
            </a:r>
            <a:endParaRPr dirty="0"/>
          </a:p>
        </p:txBody>
      </p:sp>
      <p:sp>
        <p:nvSpPr>
          <p:cNvPr id="1995" name="Google Shape;1995;p62">
            <a:extLst>
              <a:ext uri="{FF2B5EF4-FFF2-40B4-BE49-F238E27FC236}">
                <a16:creationId xmlns:a16="http://schemas.microsoft.com/office/drawing/2014/main" id="{706F77EB-01A2-3BC9-A067-F68AAAF8AD73}"/>
              </a:ext>
            </a:extLst>
          </p:cNvPr>
          <p:cNvSpPr/>
          <p:nvPr/>
        </p:nvSpPr>
        <p:spPr>
          <a:xfrm>
            <a:off x="714477" y="1048969"/>
            <a:ext cx="7704000" cy="351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dirty="0">
                <a:solidFill>
                  <a:schemeClr val="tx1">
                    <a:lumMod val="90000"/>
                    <a:lumOff val="10000"/>
                  </a:schemeClr>
                </a:solidFill>
                <a:latin typeface="Sora"/>
                <a:ea typeface="Sora"/>
                <a:cs typeface="Sora"/>
                <a:sym typeface="Sora"/>
              </a:rPr>
              <a:t>P</a:t>
            </a:r>
            <a:r>
              <a:rPr lang="en" sz="2000" b="1" dirty="0">
                <a:solidFill>
                  <a:schemeClr val="accent1">
                    <a:lumMod val="50000"/>
                  </a:schemeClr>
                </a:solidFill>
                <a:latin typeface="Sora"/>
                <a:ea typeface="Sora"/>
                <a:cs typeface="Sora"/>
                <a:sym typeface="Sora"/>
              </a:rPr>
              <a:t>E</a:t>
            </a:r>
            <a:r>
              <a:rPr lang="en" sz="2000" b="1" dirty="0">
                <a:solidFill>
                  <a:schemeClr val="accent5">
                    <a:lumMod val="50000"/>
                  </a:schemeClr>
                </a:solidFill>
                <a:latin typeface="Sora"/>
                <a:ea typeface="Sora"/>
                <a:cs typeface="Sora"/>
                <a:sym typeface="Sora"/>
              </a:rPr>
              <a:t>S</a:t>
            </a:r>
            <a:r>
              <a:rPr lang="en" sz="2000" b="1" dirty="0">
                <a:solidFill>
                  <a:schemeClr val="tx2">
                    <a:lumMod val="50000"/>
                  </a:schemeClr>
                </a:solidFill>
                <a:latin typeface="Sora"/>
                <a:ea typeface="Sora"/>
                <a:cs typeface="Sora"/>
                <a:sym typeface="Sora"/>
              </a:rPr>
              <a:t>T</a:t>
            </a:r>
            <a:r>
              <a:rPr lang="en" sz="2000" b="1" dirty="0">
                <a:solidFill>
                  <a:schemeClr val="accent6"/>
                </a:solidFill>
                <a:latin typeface="Sora"/>
                <a:ea typeface="Sora"/>
                <a:cs typeface="Sora"/>
                <a:sym typeface="Sora"/>
              </a:rPr>
              <a:t>E</a:t>
            </a:r>
            <a:r>
              <a:rPr lang="en" sz="2000" b="1" dirty="0">
                <a:solidFill>
                  <a:schemeClr val="accent3">
                    <a:lumMod val="50000"/>
                  </a:schemeClr>
                </a:solidFill>
                <a:latin typeface="Sora"/>
                <a:ea typeface="Sora"/>
                <a:cs typeface="Sora"/>
                <a:sym typeface="Sora"/>
              </a:rPr>
              <a:t>L</a:t>
            </a:r>
            <a:endParaRPr sz="2000" b="1" dirty="0">
              <a:solidFill>
                <a:schemeClr val="accent3">
                  <a:lumMod val="50000"/>
                </a:schemeClr>
              </a:solidFill>
              <a:latin typeface="Sora"/>
              <a:ea typeface="Sora"/>
              <a:cs typeface="Sora"/>
              <a:sym typeface="Sora"/>
            </a:endParaRPr>
          </a:p>
        </p:txBody>
      </p:sp>
      <p:sp>
        <p:nvSpPr>
          <p:cNvPr id="1996" name="Google Shape;1996;p62">
            <a:extLst>
              <a:ext uri="{FF2B5EF4-FFF2-40B4-BE49-F238E27FC236}">
                <a16:creationId xmlns:a16="http://schemas.microsoft.com/office/drawing/2014/main" id="{699D9E91-170C-59AC-27B8-FB453112ECE8}"/>
              </a:ext>
            </a:extLst>
          </p:cNvPr>
          <p:cNvSpPr/>
          <p:nvPr/>
        </p:nvSpPr>
        <p:spPr>
          <a:xfrm>
            <a:off x="3478655" y="1875300"/>
            <a:ext cx="2188800" cy="49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dirty="0">
                <a:solidFill>
                  <a:schemeClr val="tx2">
                    <a:lumMod val="50000"/>
                  </a:schemeClr>
                </a:solidFill>
                <a:latin typeface="Sora"/>
                <a:ea typeface="Sora"/>
                <a:cs typeface="Sora"/>
                <a:sym typeface="Sora"/>
              </a:rPr>
              <a:t>Technologique</a:t>
            </a:r>
            <a:endParaRPr sz="2000" b="1" dirty="0">
              <a:solidFill>
                <a:schemeClr val="tx2">
                  <a:lumMod val="50000"/>
                </a:schemeClr>
              </a:solidFill>
              <a:latin typeface="Sora"/>
              <a:ea typeface="Sora"/>
              <a:cs typeface="Sora"/>
              <a:sym typeface="Sora"/>
            </a:endParaRPr>
          </a:p>
        </p:txBody>
      </p:sp>
      <p:sp>
        <p:nvSpPr>
          <p:cNvPr id="1997" name="Google Shape;1997;p62">
            <a:extLst>
              <a:ext uri="{FF2B5EF4-FFF2-40B4-BE49-F238E27FC236}">
                <a16:creationId xmlns:a16="http://schemas.microsoft.com/office/drawing/2014/main" id="{70FA16F3-D942-562B-9F6E-10BE47BD4DBC}"/>
              </a:ext>
            </a:extLst>
          </p:cNvPr>
          <p:cNvSpPr/>
          <p:nvPr/>
        </p:nvSpPr>
        <p:spPr>
          <a:xfrm>
            <a:off x="1436777" y="1874841"/>
            <a:ext cx="1073107" cy="49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dirty="0">
                <a:solidFill>
                  <a:schemeClr val="accent5">
                    <a:lumMod val="50000"/>
                  </a:schemeClr>
                </a:solidFill>
                <a:latin typeface="Sora"/>
                <a:ea typeface="Sora"/>
                <a:cs typeface="Sora"/>
                <a:sym typeface="Sora"/>
              </a:rPr>
              <a:t>Social</a:t>
            </a:r>
            <a:endParaRPr sz="2000" b="1" dirty="0">
              <a:solidFill>
                <a:schemeClr val="accent5">
                  <a:lumMod val="50000"/>
                </a:schemeClr>
              </a:solidFill>
              <a:latin typeface="Sora"/>
              <a:ea typeface="Sora"/>
              <a:cs typeface="Sora"/>
              <a:sym typeface="Sora"/>
            </a:endParaRPr>
          </a:p>
        </p:txBody>
      </p:sp>
      <p:sp>
        <p:nvSpPr>
          <p:cNvPr id="1998" name="Google Shape;1998;p62">
            <a:extLst>
              <a:ext uri="{FF2B5EF4-FFF2-40B4-BE49-F238E27FC236}">
                <a16:creationId xmlns:a16="http://schemas.microsoft.com/office/drawing/2014/main" id="{3A645380-9040-5753-3B3C-C3E92FF6DA6B}"/>
              </a:ext>
            </a:extLst>
          </p:cNvPr>
          <p:cNvSpPr/>
          <p:nvPr/>
        </p:nvSpPr>
        <p:spPr>
          <a:xfrm>
            <a:off x="5671690" y="1874840"/>
            <a:ext cx="1716968" cy="49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dirty="0">
                <a:solidFill>
                  <a:schemeClr val="accent6"/>
                </a:solidFill>
                <a:latin typeface="Sora"/>
                <a:ea typeface="Sora"/>
                <a:cs typeface="Sora"/>
                <a:sym typeface="Sora"/>
              </a:rPr>
              <a:t>Ecologique</a:t>
            </a:r>
            <a:endParaRPr sz="2000" b="1" dirty="0">
              <a:solidFill>
                <a:schemeClr val="accent6"/>
              </a:solidFill>
              <a:latin typeface="Sora"/>
              <a:ea typeface="Sora"/>
              <a:cs typeface="Sora"/>
              <a:sym typeface="Sora"/>
            </a:endParaRPr>
          </a:p>
        </p:txBody>
      </p:sp>
      <p:cxnSp>
        <p:nvCxnSpPr>
          <p:cNvPr id="2000" name="Google Shape;2000;p62">
            <a:extLst>
              <a:ext uri="{FF2B5EF4-FFF2-40B4-BE49-F238E27FC236}">
                <a16:creationId xmlns:a16="http://schemas.microsoft.com/office/drawing/2014/main" id="{4D36B795-7FCF-E7DB-A805-198FF318C50A}"/>
              </a:ext>
            </a:extLst>
          </p:cNvPr>
          <p:cNvCxnSpPr>
            <a:cxnSpLocks/>
            <a:stCxn id="1995" idx="2"/>
            <a:endCxn id="1997" idx="0"/>
          </p:cNvCxnSpPr>
          <p:nvPr/>
        </p:nvCxnSpPr>
        <p:spPr>
          <a:xfrm rot="5400000">
            <a:off x="3032918" y="341282"/>
            <a:ext cx="473972" cy="2593146"/>
          </a:xfrm>
          <a:prstGeom prst="curvedConnector3">
            <a:avLst>
              <a:gd name="adj1" fmla="val 50000"/>
            </a:avLst>
          </a:prstGeom>
          <a:noFill/>
          <a:ln w="9525" cap="flat" cmpd="sng">
            <a:solidFill>
              <a:schemeClr val="dk1"/>
            </a:solidFill>
            <a:prstDash val="solid"/>
            <a:round/>
            <a:headEnd type="none" w="med" len="med"/>
            <a:tailEnd type="oval" w="med" len="med"/>
          </a:ln>
        </p:spPr>
      </p:cxnSp>
      <p:sp>
        <p:nvSpPr>
          <p:cNvPr id="2001" name="Google Shape;2001;p62">
            <a:extLst>
              <a:ext uri="{FF2B5EF4-FFF2-40B4-BE49-F238E27FC236}">
                <a16:creationId xmlns:a16="http://schemas.microsoft.com/office/drawing/2014/main" id="{23E8E493-50EB-43C2-71D2-AF76D898093B}"/>
              </a:ext>
            </a:extLst>
          </p:cNvPr>
          <p:cNvSpPr/>
          <p:nvPr/>
        </p:nvSpPr>
        <p:spPr>
          <a:xfrm>
            <a:off x="3833336" y="2647856"/>
            <a:ext cx="1479439" cy="824080"/>
          </a:xfrm>
          <a:prstGeom prst="rect">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dirty="0">
                <a:solidFill>
                  <a:schemeClr val="dk1"/>
                </a:solidFill>
                <a:latin typeface="Raleway"/>
                <a:ea typeface="Raleway"/>
                <a:cs typeface="Raleway"/>
                <a:sym typeface="Raleway"/>
              </a:rPr>
              <a:t>Indice de performance logistique</a:t>
            </a:r>
            <a:endParaRPr sz="1200" dirty="0">
              <a:solidFill>
                <a:schemeClr val="dk1"/>
              </a:solidFill>
              <a:latin typeface="Raleway"/>
              <a:ea typeface="Raleway"/>
              <a:cs typeface="Raleway"/>
              <a:sym typeface="Raleway"/>
            </a:endParaRPr>
          </a:p>
        </p:txBody>
      </p:sp>
      <p:sp>
        <p:nvSpPr>
          <p:cNvPr id="2002" name="Google Shape;2002;p62">
            <a:extLst>
              <a:ext uri="{FF2B5EF4-FFF2-40B4-BE49-F238E27FC236}">
                <a16:creationId xmlns:a16="http://schemas.microsoft.com/office/drawing/2014/main" id="{28AD2890-DADF-4FDD-62CC-01B753C07635}"/>
              </a:ext>
            </a:extLst>
          </p:cNvPr>
          <p:cNvSpPr/>
          <p:nvPr/>
        </p:nvSpPr>
        <p:spPr>
          <a:xfrm>
            <a:off x="7410243" y="1845913"/>
            <a:ext cx="1829400" cy="49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dirty="0">
                <a:solidFill>
                  <a:schemeClr val="accent3">
                    <a:lumMod val="50000"/>
                  </a:schemeClr>
                </a:solidFill>
                <a:latin typeface="Sora"/>
                <a:ea typeface="Sora"/>
                <a:cs typeface="Sora"/>
                <a:sym typeface="Sora"/>
              </a:rPr>
              <a:t>Légal</a:t>
            </a:r>
            <a:endParaRPr sz="2000" b="1" dirty="0">
              <a:solidFill>
                <a:schemeClr val="accent3">
                  <a:lumMod val="50000"/>
                </a:schemeClr>
              </a:solidFill>
              <a:latin typeface="Sora"/>
              <a:ea typeface="Sora"/>
              <a:cs typeface="Sora"/>
              <a:sym typeface="Sora"/>
            </a:endParaRPr>
          </a:p>
        </p:txBody>
      </p:sp>
      <p:sp>
        <p:nvSpPr>
          <p:cNvPr id="2003" name="Google Shape;2003;p62">
            <a:extLst>
              <a:ext uri="{FF2B5EF4-FFF2-40B4-BE49-F238E27FC236}">
                <a16:creationId xmlns:a16="http://schemas.microsoft.com/office/drawing/2014/main" id="{F001E72D-9906-4707-42FE-2B6C3E0A5ACF}"/>
              </a:ext>
            </a:extLst>
          </p:cNvPr>
          <p:cNvSpPr/>
          <p:nvPr/>
        </p:nvSpPr>
        <p:spPr>
          <a:xfrm>
            <a:off x="7585224" y="2655509"/>
            <a:ext cx="1479439" cy="824080"/>
          </a:xfrm>
          <a:prstGeom prst="rect">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dirty="0">
                <a:solidFill>
                  <a:schemeClr val="dk1"/>
                </a:solidFill>
                <a:latin typeface="Raleway"/>
                <a:ea typeface="Raleway"/>
                <a:cs typeface="Raleway"/>
                <a:sym typeface="Raleway"/>
              </a:rPr>
              <a:t>Climat des affaires</a:t>
            </a:r>
            <a:endParaRPr sz="1200" dirty="0">
              <a:solidFill>
                <a:schemeClr val="dk1"/>
              </a:solidFill>
              <a:latin typeface="Raleway"/>
              <a:ea typeface="Raleway"/>
              <a:cs typeface="Raleway"/>
              <a:sym typeface="Raleway"/>
            </a:endParaRPr>
          </a:p>
        </p:txBody>
      </p:sp>
      <p:sp>
        <p:nvSpPr>
          <p:cNvPr id="2004" name="Google Shape;2004;p62">
            <a:extLst>
              <a:ext uri="{FF2B5EF4-FFF2-40B4-BE49-F238E27FC236}">
                <a16:creationId xmlns:a16="http://schemas.microsoft.com/office/drawing/2014/main" id="{FF1E4F8E-F131-0AA3-381D-5551DC5425E6}"/>
              </a:ext>
            </a:extLst>
          </p:cNvPr>
          <p:cNvSpPr/>
          <p:nvPr/>
        </p:nvSpPr>
        <p:spPr>
          <a:xfrm>
            <a:off x="720000" y="4256600"/>
            <a:ext cx="7704000" cy="351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dirty="0">
                <a:solidFill>
                  <a:schemeClr val="dk1"/>
                </a:solidFill>
                <a:latin typeface="Sora"/>
                <a:ea typeface="Sora"/>
                <a:cs typeface="Sora"/>
                <a:sym typeface="Sora"/>
              </a:rPr>
              <a:t>Critères couvrant tous les domaines</a:t>
            </a:r>
            <a:endParaRPr sz="2000" b="1" dirty="0">
              <a:solidFill>
                <a:schemeClr val="dk1"/>
              </a:solidFill>
              <a:latin typeface="Sora"/>
              <a:ea typeface="Sora"/>
              <a:cs typeface="Sora"/>
              <a:sym typeface="Sora"/>
            </a:endParaRPr>
          </a:p>
        </p:txBody>
      </p:sp>
      <p:cxnSp>
        <p:nvCxnSpPr>
          <p:cNvPr id="2005" name="Google Shape;2005;p62">
            <a:extLst>
              <a:ext uri="{FF2B5EF4-FFF2-40B4-BE49-F238E27FC236}">
                <a16:creationId xmlns:a16="http://schemas.microsoft.com/office/drawing/2014/main" id="{7A305D0A-5E6D-E321-5DFF-50CAF06E3D92}"/>
              </a:ext>
            </a:extLst>
          </p:cNvPr>
          <p:cNvCxnSpPr>
            <a:cxnSpLocks/>
            <a:stCxn id="2003" idx="2"/>
            <a:endCxn id="2004" idx="0"/>
          </p:cNvCxnSpPr>
          <p:nvPr/>
        </p:nvCxnSpPr>
        <p:spPr>
          <a:xfrm rot="5400000">
            <a:off x="6059967" y="1991622"/>
            <a:ext cx="777011" cy="3752944"/>
          </a:xfrm>
          <a:prstGeom prst="curvedConnector3">
            <a:avLst>
              <a:gd name="adj1" fmla="val 50000"/>
            </a:avLst>
          </a:prstGeom>
          <a:noFill/>
          <a:ln w="9525" cap="flat" cmpd="sng">
            <a:solidFill>
              <a:schemeClr val="dk1"/>
            </a:solidFill>
            <a:prstDash val="solid"/>
            <a:round/>
            <a:headEnd type="none" w="med" len="med"/>
            <a:tailEnd type="oval" w="med" len="med"/>
          </a:ln>
        </p:spPr>
      </p:cxnSp>
      <p:sp>
        <p:nvSpPr>
          <p:cNvPr id="2006" name="Google Shape;2006;p62">
            <a:extLst>
              <a:ext uri="{FF2B5EF4-FFF2-40B4-BE49-F238E27FC236}">
                <a16:creationId xmlns:a16="http://schemas.microsoft.com/office/drawing/2014/main" id="{FFDEF97C-FA75-4FEF-D01C-D58A05E3DF8C}"/>
              </a:ext>
            </a:extLst>
          </p:cNvPr>
          <p:cNvSpPr/>
          <p:nvPr/>
        </p:nvSpPr>
        <p:spPr>
          <a:xfrm>
            <a:off x="5790455" y="2647856"/>
            <a:ext cx="1479439" cy="824080"/>
          </a:xfrm>
          <a:prstGeom prst="rect">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dirty="0">
                <a:solidFill>
                  <a:schemeClr val="dk1"/>
                </a:solidFill>
                <a:latin typeface="Raleway"/>
                <a:ea typeface="Raleway"/>
                <a:cs typeface="Raleway"/>
                <a:sym typeface="Raleway"/>
              </a:rPr>
              <a:t>Distance avec la France (en km)</a:t>
            </a:r>
            <a:endParaRPr sz="1200" dirty="0">
              <a:solidFill>
                <a:schemeClr val="dk1"/>
              </a:solidFill>
              <a:latin typeface="Raleway"/>
              <a:ea typeface="Raleway"/>
              <a:cs typeface="Raleway"/>
              <a:sym typeface="Raleway"/>
            </a:endParaRPr>
          </a:p>
        </p:txBody>
      </p:sp>
      <p:cxnSp>
        <p:nvCxnSpPr>
          <p:cNvPr id="2011" name="Google Shape;2011;p62">
            <a:extLst>
              <a:ext uri="{FF2B5EF4-FFF2-40B4-BE49-F238E27FC236}">
                <a16:creationId xmlns:a16="http://schemas.microsoft.com/office/drawing/2014/main" id="{3AD8D4B0-B8BF-9345-BB4A-795DA8E4F60B}"/>
              </a:ext>
            </a:extLst>
          </p:cNvPr>
          <p:cNvCxnSpPr>
            <a:cxnSpLocks/>
            <a:stCxn id="1996" idx="2"/>
            <a:endCxn id="2001" idx="0"/>
          </p:cNvCxnSpPr>
          <p:nvPr/>
        </p:nvCxnSpPr>
        <p:spPr>
          <a:xfrm rot="16200000" flipH="1">
            <a:off x="4436677" y="2511477"/>
            <a:ext cx="272756" cy="1"/>
          </a:xfrm>
          <a:prstGeom prst="curvedConnector3">
            <a:avLst>
              <a:gd name="adj1" fmla="val 50000"/>
            </a:avLst>
          </a:prstGeom>
          <a:noFill/>
          <a:ln w="9525" cap="flat" cmpd="sng">
            <a:solidFill>
              <a:schemeClr val="dk1"/>
            </a:solidFill>
            <a:prstDash val="solid"/>
            <a:round/>
            <a:headEnd type="none" w="med" len="med"/>
            <a:tailEnd type="oval" w="med" len="med"/>
          </a:ln>
        </p:spPr>
      </p:cxnSp>
      <p:cxnSp>
        <p:nvCxnSpPr>
          <p:cNvPr id="2012" name="Google Shape;2012;p62">
            <a:extLst>
              <a:ext uri="{FF2B5EF4-FFF2-40B4-BE49-F238E27FC236}">
                <a16:creationId xmlns:a16="http://schemas.microsoft.com/office/drawing/2014/main" id="{2A65B23E-8984-8A4F-C7A6-724353A785EE}"/>
              </a:ext>
            </a:extLst>
          </p:cNvPr>
          <p:cNvCxnSpPr>
            <a:cxnSpLocks/>
            <a:stCxn id="2002" idx="2"/>
            <a:endCxn id="2003" idx="0"/>
          </p:cNvCxnSpPr>
          <p:nvPr/>
        </p:nvCxnSpPr>
        <p:spPr>
          <a:xfrm rot="16200000" flipH="1">
            <a:off x="8170045" y="2500610"/>
            <a:ext cx="309796" cy="1"/>
          </a:xfrm>
          <a:prstGeom prst="curvedConnector3">
            <a:avLst>
              <a:gd name="adj1" fmla="val 50000"/>
            </a:avLst>
          </a:prstGeom>
          <a:noFill/>
          <a:ln w="9525" cap="flat" cmpd="sng">
            <a:solidFill>
              <a:schemeClr val="dk1"/>
            </a:solidFill>
            <a:prstDash val="solid"/>
            <a:round/>
            <a:headEnd type="none" w="med" len="med"/>
            <a:tailEnd type="oval" w="med" len="med"/>
          </a:ln>
        </p:spPr>
      </p:cxnSp>
      <p:cxnSp>
        <p:nvCxnSpPr>
          <p:cNvPr id="2013" name="Google Shape;2013;p62">
            <a:extLst>
              <a:ext uri="{FF2B5EF4-FFF2-40B4-BE49-F238E27FC236}">
                <a16:creationId xmlns:a16="http://schemas.microsoft.com/office/drawing/2014/main" id="{58D37C7F-DA4C-34E4-0DFD-70A78E09E177}"/>
              </a:ext>
            </a:extLst>
          </p:cNvPr>
          <p:cNvCxnSpPr>
            <a:cxnSpLocks/>
            <a:stCxn id="1998" idx="2"/>
            <a:endCxn id="2006" idx="0"/>
          </p:cNvCxnSpPr>
          <p:nvPr/>
        </p:nvCxnSpPr>
        <p:spPr>
          <a:xfrm rot="16200000" flipH="1">
            <a:off x="6393566" y="2511247"/>
            <a:ext cx="273216" cy="1"/>
          </a:xfrm>
          <a:prstGeom prst="curvedConnector3">
            <a:avLst>
              <a:gd name="adj1" fmla="val 50000"/>
            </a:avLst>
          </a:prstGeom>
          <a:noFill/>
          <a:ln w="9525" cap="flat" cmpd="sng">
            <a:solidFill>
              <a:schemeClr val="dk1"/>
            </a:solidFill>
            <a:prstDash val="solid"/>
            <a:round/>
            <a:headEnd type="none" w="med" len="med"/>
            <a:tailEnd type="oval" w="med" len="med"/>
          </a:ln>
        </p:spPr>
      </p:cxnSp>
      <p:grpSp>
        <p:nvGrpSpPr>
          <p:cNvPr id="49" name="Groupe 48">
            <a:extLst>
              <a:ext uri="{FF2B5EF4-FFF2-40B4-BE49-F238E27FC236}">
                <a16:creationId xmlns:a16="http://schemas.microsoft.com/office/drawing/2014/main" id="{9929E862-F2D7-1BBA-677B-15A2A401B169}"/>
              </a:ext>
            </a:extLst>
          </p:cNvPr>
          <p:cNvGrpSpPr/>
          <p:nvPr/>
        </p:nvGrpSpPr>
        <p:grpSpPr>
          <a:xfrm>
            <a:off x="431855" y="2655510"/>
            <a:ext cx="3082950" cy="824080"/>
            <a:chOff x="431855" y="2655510"/>
            <a:chExt cx="3082950" cy="824080"/>
          </a:xfrm>
        </p:grpSpPr>
        <p:sp>
          <p:nvSpPr>
            <p:cNvPr id="1999" name="Google Shape;1999;p62">
              <a:extLst>
                <a:ext uri="{FF2B5EF4-FFF2-40B4-BE49-F238E27FC236}">
                  <a16:creationId xmlns:a16="http://schemas.microsoft.com/office/drawing/2014/main" id="{3FAF3D86-8EE9-A0B8-B107-E7F1A8099088}"/>
                </a:ext>
              </a:extLst>
            </p:cNvPr>
            <p:cNvSpPr/>
            <p:nvPr/>
          </p:nvSpPr>
          <p:spPr>
            <a:xfrm>
              <a:off x="431855" y="2655510"/>
              <a:ext cx="1479439" cy="824080"/>
            </a:xfrm>
            <a:prstGeom prst="rect">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dirty="0">
                  <a:solidFill>
                    <a:schemeClr val="dk1"/>
                  </a:solidFill>
                  <a:latin typeface="Raleway"/>
                  <a:ea typeface="Raleway"/>
                  <a:cs typeface="Raleway"/>
                  <a:sym typeface="Raleway"/>
                </a:rPr>
                <a:t>Nombre d’habitants</a:t>
              </a:r>
              <a:endParaRPr sz="1200" dirty="0">
                <a:solidFill>
                  <a:schemeClr val="dk1"/>
                </a:solidFill>
                <a:latin typeface="Raleway"/>
                <a:ea typeface="Raleway"/>
                <a:cs typeface="Raleway"/>
                <a:sym typeface="Raleway"/>
              </a:endParaRPr>
            </a:p>
          </p:txBody>
        </p:sp>
        <p:sp>
          <p:nvSpPr>
            <p:cNvPr id="33" name="Google Shape;1999;p62">
              <a:extLst>
                <a:ext uri="{FF2B5EF4-FFF2-40B4-BE49-F238E27FC236}">
                  <a16:creationId xmlns:a16="http://schemas.microsoft.com/office/drawing/2014/main" id="{72E055FF-5972-7D65-ACF3-3B413DFCA3D3}"/>
                </a:ext>
              </a:extLst>
            </p:cNvPr>
            <p:cNvSpPr/>
            <p:nvPr/>
          </p:nvSpPr>
          <p:spPr>
            <a:xfrm>
              <a:off x="2035366" y="2655510"/>
              <a:ext cx="1479439" cy="824080"/>
            </a:xfrm>
            <a:prstGeom prst="rect">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dirty="0">
                  <a:solidFill>
                    <a:schemeClr val="dk1"/>
                  </a:solidFill>
                  <a:latin typeface="Raleway"/>
                  <a:ea typeface="Raleway"/>
                  <a:cs typeface="Raleway"/>
                  <a:sym typeface="Raleway"/>
                </a:rPr>
                <a:t>PIB par habitant (en $US)</a:t>
              </a:r>
              <a:endParaRPr sz="1200" dirty="0">
                <a:solidFill>
                  <a:schemeClr val="dk1"/>
                </a:solidFill>
                <a:latin typeface="Raleway"/>
                <a:ea typeface="Raleway"/>
                <a:cs typeface="Raleway"/>
                <a:sym typeface="Raleway"/>
              </a:endParaRPr>
            </a:p>
          </p:txBody>
        </p:sp>
      </p:grpSp>
      <p:cxnSp>
        <p:nvCxnSpPr>
          <p:cNvPr id="53" name="Google Shape;2010;p62">
            <a:extLst>
              <a:ext uri="{FF2B5EF4-FFF2-40B4-BE49-F238E27FC236}">
                <a16:creationId xmlns:a16="http://schemas.microsoft.com/office/drawing/2014/main" id="{1C237931-245E-2009-6DA6-853FD2FEC6DD}"/>
              </a:ext>
            </a:extLst>
          </p:cNvPr>
          <p:cNvCxnSpPr>
            <a:cxnSpLocks/>
            <a:stCxn id="1997" idx="3"/>
            <a:endCxn id="33" idx="0"/>
          </p:cNvCxnSpPr>
          <p:nvPr/>
        </p:nvCxnSpPr>
        <p:spPr>
          <a:xfrm>
            <a:off x="2509884" y="2124741"/>
            <a:ext cx="265202" cy="530769"/>
          </a:xfrm>
          <a:prstGeom prst="curvedConnector2">
            <a:avLst/>
          </a:prstGeom>
          <a:noFill/>
          <a:ln w="9525" cap="flat" cmpd="sng">
            <a:solidFill>
              <a:schemeClr val="dk1"/>
            </a:solidFill>
            <a:prstDash val="solid"/>
            <a:round/>
            <a:headEnd type="none" w="med" len="med"/>
            <a:tailEnd type="oval" w="med" len="med"/>
          </a:ln>
        </p:spPr>
      </p:cxnSp>
      <p:cxnSp>
        <p:nvCxnSpPr>
          <p:cNvPr id="2010" name="Google Shape;2010;p62">
            <a:extLst>
              <a:ext uri="{FF2B5EF4-FFF2-40B4-BE49-F238E27FC236}">
                <a16:creationId xmlns:a16="http://schemas.microsoft.com/office/drawing/2014/main" id="{CE207DD7-90B3-510C-9C63-9705375D4A61}"/>
              </a:ext>
            </a:extLst>
          </p:cNvPr>
          <p:cNvCxnSpPr>
            <a:cxnSpLocks/>
            <a:stCxn id="1997" idx="1"/>
            <a:endCxn id="1999" idx="0"/>
          </p:cNvCxnSpPr>
          <p:nvPr/>
        </p:nvCxnSpPr>
        <p:spPr>
          <a:xfrm rot="10800000" flipV="1">
            <a:off x="1171575" y="2124740"/>
            <a:ext cx="265202" cy="530769"/>
          </a:xfrm>
          <a:prstGeom prst="curvedConnector2">
            <a:avLst/>
          </a:prstGeom>
          <a:noFill/>
          <a:ln w="9525" cap="flat" cmpd="sng">
            <a:solidFill>
              <a:schemeClr val="dk1"/>
            </a:solidFill>
            <a:prstDash val="solid"/>
            <a:round/>
            <a:headEnd type="none" w="med" len="med"/>
            <a:tailEnd type="oval" w="med" len="med"/>
          </a:ln>
        </p:spPr>
      </p:cxnSp>
      <p:cxnSp>
        <p:nvCxnSpPr>
          <p:cNvPr id="56" name="Google Shape;2000;p62">
            <a:extLst>
              <a:ext uri="{FF2B5EF4-FFF2-40B4-BE49-F238E27FC236}">
                <a16:creationId xmlns:a16="http://schemas.microsoft.com/office/drawing/2014/main" id="{2BF8A156-153F-7659-0366-DCA3E9E7E747}"/>
              </a:ext>
            </a:extLst>
          </p:cNvPr>
          <p:cNvCxnSpPr>
            <a:cxnSpLocks/>
            <a:stCxn id="1995" idx="2"/>
            <a:endCxn id="1996" idx="0"/>
          </p:cNvCxnSpPr>
          <p:nvPr/>
        </p:nvCxnSpPr>
        <p:spPr>
          <a:xfrm rot="16200000" flipH="1">
            <a:off x="4332551" y="1634795"/>
            <a:ext cx="474431" cy="6578"/>
          </a:xfrm>
          <a:prstGeom prst="curvedConnector3">
            <a:avLst>
              <a:gd name="adj1" fmla="val 50000"/>
            </a:avLst>
          </a:prstGeom>
          <a:noFill/>
          <a:ln w="9525" cap="flat" cmpd="sng">
            <a:solidFill>
              <a:schemeClr val="dk1"/>
            </a:solidFill>
            <a:prstDash val="solid"/>
            <a:round/>
            <a:headEnd type="none" w="med" len="med"/>
            <a:tailEnd type="oval" w="med" len="med"/>
          </a:ln>
        </p:spPr>
      </p:cxnSp>
      <p:cxnSp>
        <p:nvCxnSpPr>
          <p:cNvPr id="57" name="Google Shape;2000;p62">
            <a:extLst>
              <a:ext uri="{FF2B5EF4-FFF2-40B4-BE49-F238E27FC236}">
                <a16:creationId xmlns:a16="http://schemas.microsoft.com/office/drawing/2014/main" id="{5D718BFE-E26F-DF88-162D-B30FD8BA26D9}"/>
              </a:ext>
            </a:extLst>
          </p:cNvPr>
          <p:cNvCxnSpPr>
            <a:cxnSpLocks/>
            <a:stCxn id="1995" idx="2"/>
            <a:endCxn id="1998" idx="0"/>
          </p:cNvCxnSpPr>
          <p:nvPr/>
        </p:nvCxnSpPr>
        <p:spPr>
          <a:xfrm rot="16200000" flipH="1">
            <a:off x="5311340" y="656005"/>
            <a:ext cx="473971" cy="1963697"/>
          </a:xfrm>
          <a:prstGeom prst="curvedConnector3">
            <a:avLst>
              <a:gd name="adj1" fmla="val 50000"/>
            </a:avLst>
          </a:prstGeom>
          <a:noFill/>
          <a:ln w="9525" cap="flat" cmpd="sng">
            <a:solidFill>
              <a:schemeClr val="dk1"/>
            </a:solidFill>
            <a:prstDash val="solid"/>
            <a:round/>
            <a:headEnd type="none" w="med" len="med"/>
            <a:tailEnd type="oval" w="med" len="med"/>
          </a:ln>
        </p:spPr>
      </p:cxnSp>
      <p:cxnSp>
        <p:nvCxnSpPr>
          <p:cNvPr id="58" name="Google Shape;2000;p62">
            <a:extLst>
              <a:ext uri="{FF2B5EF4-FFF2-40B4-BE49-F238E27FC236}">
                <a16:creationId xmlns:a16="http://schemas.microsoft.com/office/drawing/2014/main" id="{D39471D6-42B5-CA6C-E884-B024E41419C6}"/>
              </a:ext>
            </a:extLst>
          </p:cNvPr>
          <p:cNvCxnSpPr>
            <a:cxnSpLocks/>
            <a:stCxn id="1995" idx="2"/>
            <a:endCxn id="2002" idx="0"/>
          </p:cNvCxnSpPr>
          <p:nvPr/>
        </p:nvCxnSpPr>
        <p:spPr>
          <a:xfrm rot="16200000" flipH="1">
            <a:off x="6223188" y="-255842"/>
            <a:ext cx="445044" cy="3758466"/>
          </a:xfrm>
          <a:prstGeom prst="curvedConnector3">
            <a:avLst>
              <a:gd name="adj1" fmla="val 50000"/>
            </a:avLst>
          </a:prstGeom>
          <a:noFill/>
          <a:ln w="9525" cap="flat" cmpd="sng">
            <a:solidFill>
              <a:schemeClr val="dk1"/>
            </a:solidFill>
            <a:prstDash val="solid"/>
            <a:round/>
            <a:headEnd type="none" w="med" len="med"/>
            <a:tailEnd type="oval" w="med" len="med"/>
          </a:ln>
        </p:spPr>
      </p:cxnSp>
      <p:sp>
        <p:nvSpPr>
          <p:cNvPr id="1989" name="Google Shape;1318;p44">
            <a:extLst>
              <a:ext uri="{FF2B5EF4-FFF2-40B4-BE49-F238E27FC236}">
                <a16:creationId xmlns:a16="http://schemas.microsoft.com/office/drawing/2014/main" id="{19C17360-B810-497E-67A3-C86480652A0D}"/>
              </a:ext>
            </a:extLst>
          </p:cNvPr>
          <p:cNvSpPr txBox="1">
            <a:spLocks/>
          </p:cNvSpPr>
          <p:nvPr/>
        </p:nvSpPr>
        <p:spPr>
          <a:xfrm>
            <a:off x="0" y="4815694"/>
            <a:ext cx="9144001" cy="327806"/>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400"/>
              <a:buFont typeface="Raleway"/>
              <a:buNone/>
              <a:defRPr sz="1200" b="0" i="0" u="none" strike="noStrike" cap="none">
                <a:solidFill>
                  <a:schemeClr val="dk1"/>
                </a:solidFill>
                <a:latin typeface="Raleway"/>
                <a:ea typeface="Raleway"/>
                <a:cs typeface="Raleway"/>
                <a:sym typeface="Raleway"/>
              </a:defRPr>
            </a:lvl1pPr>
            <a:lvl2pPr marL="914400" marR="0" lvl="1"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9pPr>
          </a:lstStyle>
          <a:p>
            <a:pPr marL="0" indent="0" algn="ctr"/>
            <a:r>
              <a:rPr lang="en-US" sz="1100" dirty="0" err="1">
                <a:solidFill>
                  <a:schemeClr val="bg1">
                    <a:lumMod val="50000"/>
                  </a:schemeClr>
                </a:solidFill>
              </a:rPr>
              <a:t>Contexte</a:t>
            </a:r>
            <a:r>
              <a:rPr lang="en-US" sz="1100" dirty="0">
                <a:solidFill>
                  <a:schemeClr val="bg1">
                    <a:lumMod val="50000"/>
                  </a:schemeClr>
                </a:solidFill>
              </a:rPr>
              <a:t> – </a:t>
            </a:r>
            <a:r>
              <a:rPr lang="en-US" b="1" dirty="0" err="1">
                <a:solidFill>
                  <a:schemeClr val="bg1">
                    <a:lumMod val="50000"/>
                  </a:schemeClr>
                </a:solidFill>
              </a:rPr>
              <a:t>Préparation</a:t>
            </a:r>
            <a:r>
              <a:rPr lang="en-US" b="1" dirty="0">
                <a:solidFill>
                  <a:schemeClr val="bg1">
                    <a:lumMod val="50000"/>
                  </a:schemeClr>
                </a:solidFill>
              </a:rPr>
              <a:t> des données </a:t>
            </a:r>
            <a:r>
              <a:rPr lang="en-US" sz="1100" dirty="0">
                <a:solidFill>
                  <a:schemeClr val="bg1">
                    <a:lumMod val="50000"/>
                  </a:schemeClr>
                </a:solidFill>
              </a:rPr>
              <a:t>– Exploration des données – </a:t>
            </a:r>
            <a:r>
              <a:rPr lang="en-US" sz="1100" dirty="0" err="1">
                <a:solidFill>
                  <a:schemeClr val="bg1">
                    <a:lumMod val="50000"/>
                  </a:schemeClr>
                </a:solidFill>
              </a:rPr>
              <a:t>Résultats</a:t>
            </a:r>
            <a:endParaRPr lang="en-US" sz="1100" dirty="0">
              <a:solidFill>
                <a:schemeClr val="bg1">
                  <a:lumMod val="50000"/>
                </a:schemeClr>
              </a:solidFill>
            </a:endParaRPr>
          </a:p>
        </p:txBody>
      </p:sp>
    </p:spTree>
    <p:extLst>
      <p:ext uri="{BB962C8B-B14F-4D97-AF65-F5344CB8AC3E}">
        <p14:creationId xmlns:p14="http://schemas.microsoft.com/office/powerpoint/2010/main" val="14535506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73">
          <a:extLst>
            <a:ext uri="{FF2B5EF4-FFF2-40B4-BE49-F238E27FC236}">
              <a16:creationId xmlns:a16="http://schemas.microsoft.com/office/drawing/2014/main" id="{502BDC1A-FA68-6984-6F43-EF324B2A4A6F}"/>
            </a:ext>
          </a:extLst>
        </p:cNvPr>
        <p:cNvGrpSpPr/>
        <p:nvPr/>
      </p:nvGrpSpPr>
      <p:grpSpPr>
        <a:xfrm>
          <a:off x="0" y="0"/>
          <a:ext cx="0" cy="0"/>
          <a:chOff x="0" y="0"/>
          <a:chExt cx="0" cy="0"/>
        </a:xfrm>
      </p:grpSpPr>
      <p:sp>
        <p:nvSpPr>
          <p:cNvPr id="1675" name="Google Shape;1675;p52">
            <a:extLst>
              <a:ext uri="{FF2B5EF4-FFF2-40B4-BE49-F238E27FC236}">
                <a16:creationId xmlns:a16="http://schemas.microsoft.com/office/drawing/2014/main" id="{824DD885-5BFD-399C-9D50-7389A9D2C81E}"/>
              </a:ext>
            </a:extLst>
          </p:cNvPr>
          <p:cNvSpPr txBox="1">
            <a:spLocks noGrp="1"/>
          </p:cNvSpPr>
          <p:nvPr>
            <p:ph type="title"/>
          </p:nvPr>
        </p:nvSpPr>
        <p:spPr>
          <a:xfrm>
            <a:off x="832950" y="789218"/>
            <a:ext cx="4238100" cy="768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9 critères</a:t>
            </a:r>
            <a:endParaRPr dirty="0"/>
          </a:p>
        </p:txBody>
      </p:sp>
      <p:sp>
        <p:nvSpPr>
          <p:cNvPr id="1676" name="Google Shape;1676;p52">
            <a:extLst>
              <a:ext uri="{FF2B5EF4-FFF2-40B4-BE49-F238E27FC236}">
                <a16:creationId xmlns:a16="http://schemas.microsoft.com/office/drawing/2014/main" id="{6004097E-8BFA-ED05-0568-672E1D2DE59E}"/>
              </a:ext>
            </a:extLst>
          </p:cNvPr>
          <p:cNvSpPr txBox="1">
            <a:spLocks noGrp="1"/>
          </p:cNvSpPr>
          <p:nvPr>
            <p:ph type="title" idx="2"/>
          </p:nvPr>
        </p:nvSpPr>
        <p:spPr>
          <a:xfrm>
            <a:off x="832950" y="1830062"/>
            <a:ext cx="4238100" cy="768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117 pays</a:t>
            </a:r>
            <a:endParaRPr dirty="0"/>
          </a:p>
        </p:txBody>
      </p:sp>
      <p:sp>
        <p:nvSpPr>
          <p:cNvPr id="1678" name="Google Shape;1678;p52">
            <a:extLst>
              <a:ext uri="{FF2B5EF4-FFF2-40B4-BE49-F238E27FC236}">
                <a16:creationId xmlns:a16="http://schemas.microsoft.com/office/drawing/2014/main" id="{9C3C32D6-5CE6-5010-F422-CD21E608C43C}"/>
              </a:ext>
            </a:extLst>
          </p:cNvPr>
          <p:cNvSpPr txBox="1">
            <a:spLocks noGrp="1"/>
          </p:cNvSpPr>
          <p:nvPr>
            <p:ph type="title" idx="4"/>
          </p:nvPr>
        </p:nvSpPr>
        <p:spPr>
          <a:xfrm>
            <a:off x="836821" y="2870906"/>
            <a:ext cx="4238100" cy="1539527"/>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86% de la population</a:t>
            </a:r>
            <a:endParaRPr dirty="0"/>
          </a:p>
        </p:txBody>
      </p:sp>
      <p:pic>
        <p:nvPicPr>
          <p:cNvPr id="9" name="Image 8">
            <a:extLst>
              <a:ext uri="{FF2B5EF4-FFF2-40B4-BE49-F238E27FC236}">
                <a16:creationId xmlns:a16="http://schemas.microsoft.com/office/drawing/2014/main" id="{2FC5A9D7-FF0E-85C0-634F-8A0847BF4EFD}"/>
              </a:ext>
            </a:extLst>
          </p:cNvPr>
          <p:cNvPicPr>
            <a:picLocks noChangeAspect="1"/>
          </p:cNvPicPr>
          <p:nvPr/>
        </p:nvPicPr>
        <p:blipFill>
          <a:blip r:embed="rId3"/>
          <a:stretch>
            <a:fillRect/>
          </a:stretch>
        </p:blipFill>
        <p:spPr>
          <a:xfrm>
            <a:off x="5435626" y="1010302"/>
            <a:ext cx="3122896" cy="3122896"/>
          </a:xfrm>
          <a:prstGeom prst="rect">
            <a:avLst/>
          </a:prstGeom>
        </p:spPr>
      </p:pic>
      <p:sp>
        <p:nvSpPr>
          <p:cNvPr id="11" name="Google Shape;1318;p44">
            <a:extLst>
              <a:ext uri="{FF2B5EF4-FFF2-40B4-BE49-F238E27FC236}">
                <a16:creationId xmlns:a16="http://schemas.microsoft.com/office/drawing/2014/main" id="{2EF5D8D4-BA81-1569-C151-CB2AB3F29814}"/>
              </a:ext>
            </a:extLst>
          </p:cNvPr>
          <p:cNvSpPr txBox="1">
            <a:spLocks/>
          </p:cNvSpPr>
          <p:nvPr/>
        </p:nvSpPr>
        <p:spPr>
          <a:xfrm>
            <a:off x="0" y="4815694"/>
            <a:ext cx="9144001" cy="327806"/>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400"/>
              <a:buFont typeface="Raleway"/>
              <a:buNone/>
              <a:defRPr sz="1200" b="0" i="0" u="none" strike="noStrike" cap="none">
                <a:solidFill>
                  <a:schemeClr val="dk1"/>
                </a:solidFill>
                <a:latin typeface="Raleway"/>
                <a:ea typeface="Raleway"/>
                <a:cs typeface="Raleway"/>
                <a:sym typeface="Raleway"/>
              </a:defRPr>
            </a:lvl1pPr>
            <a:lvl2pPr marL="914400" marR="0" lvl="1"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9pPr>
          </a:lstStyle>
          <a:p>
            <a:pPr marL="0" indent="0" algn="ctr"/>
            <a:r>
              <a:rPr lang="en-US" sz="1100" dirty="0" err="1">
                <a:solidFill>
                  <a:schemeClr val="bg1">
                    <a:lumMod val="50000"/>
                  </a:schemeClr>
                </a:solidFill>
              </a:rPr>
              <a:t>Contexte</a:t>
            </a:r>
            <a:r>
              <a:rPr lang="en-US" sz="1100" dirty="0">
                <a:solidFill>
                  <a:schemeClr val="bg1">
                    <a:lumMod val="50000"/>
                  </a:schemeClr>
                </a:solidFill>
              </a:rPr>
              <a:t> – </a:t>
            </a:r>
            <a:r>
              <a:rPr lang="en-US" b="1" dirty="0" err="1">
                <a:solidFill>
                  <a:schemeClr val="bg1">
                    <a:lumMod val="50000"/>
                  </a:schemeClr>
                </a:solidFill>
              </a:rPr>
              <a:t>Préparation</a:t>
            </a:r>
            <a:r>
              <a:rPr lang="en-US" b="1" dirty="0">
                <a:solidFill>
                  <a:schemeClr val="bg1">
                    <a:lumMod val="50000"/>
                  </a:schemeClr>
                </a:solidFill>
              </a:rPr>
              <a:t> des données </a:t>
            </a:r>
            <a:r>
              <a:rPr lang="en-US" sz="1100" dirty="0">
                <a:solidFill>
                  <a:schemeClr val="bg1">
                    <a:lumMod val="50000"/>
                  </a:schemeClr>
                </a:solidFill>
              </a:rPr>
              <a:t>– Exploration des données – </a:t>
            </a:r>
            <a:r>
              <a:rPr lang="en-US" sz="1100" dirty="0" err="1">
                <a:solidFill>
                  <a:schemeClr val="bg1">
                    <a:lumMod val="50000"/>
                  </a:schemeClr>
                </a:solidFill>
              </a:rPr>
              <a:t>Résultats</a:t>
            </a:r>
            <a:endParaRPr lang="en-US" sz="1100" dirty="0">
              <a:solidFill>
                <a:schemeClr val="bg1">
                  <a:lumMod val="50000"/>
                </a:schemeClr>
              </a:solidFill>
            </a:endParaRPr>
          </a:p>
        </p:txBody>
      </p:sp>
    </p:spTree>
    <p:extLst>
      <p:ext uri="{BB962C8B-B14F-4D97-AF65-F5344CB8AC3E}">
        <p14:creationId xmlns:p14="http://schemas.microsoft.com/office/powerpoint/2010/main" val="11955258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17">
          <a:extLst>
            <a:ext uri="{FF2B5EF4-FFF2-40B4-BE49-F238E27FC236}">
              <a16:creationId xmlns:a16="http://schemas.microsoft.com/office/drawing/2014/main" id="{8D8475A3-518F-3F14-5233-7FAD4DA029CC}"/>
            </a:ext>
          </a:extLst>
        </p:cNvPr>
        <p:cNvGrpSpPr/>
        <p:nvPr/>
      </p:nvGrpSpPr>
      <p:grpSpPr>
        <a:xfrm>
          <a:off x="0" y="0"/>
          <a:ext cx="0" cy="0"/>
          <a:chOff x="0" y="0"/>
          <a:chExt cx="0" cy="0"/>
        </a:xfrm>
      </p:grpSpPr>
      <p:sp>
        <p:nvSpPr>
          <p:cNvPr id="2018" name="Google Shape;2018;p63">
            <a:extLst>
              <a:ext uri="{FF2B5EF4-FFF2-40B4-BE49-F238E27FC236}">
                <a16:creationId xmlns:a16="http://schemas.microsoft.com/office/drawing/2014/main" id="{0776C4B9-7C9E-16C3-5797-B472B6060ACF}"/>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ACP : Eboulis des valeurs propres</a:t>
            </a:r>
            <a:endParaRPr dirty="0"/>
          </a:p>
        </p:txBody>
      </p:sp>
      <p:sp>
        <p:nvSpPr>
          <p:cNvPr id="2021" name="Google Shape;2021;p63">
            <a:extLst>
              <a:ext uri="{FF2B5EF4-FFF2-40B4-BE49-F238E27FC236}">
                <a16:creationId xmlns:a16="http://schemas.microsoft.com/office/drawing/2014/main" id="{24061F88-0884-9A38-024D-FCBDAF323352}"/>
              </a:ext>
            </a:extLst>
          </p:cNvPr>
          <p:cNvSpPr txBox="1"/>
          <p:nvPr/>
        </p:nvSpPr>
        <p:spPr>
          <a:xfrm>
            <a:off x="5374567" y="2395904"/>
            <a:ext cx="2532691" cy="88212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b="1" dirty="0">
                <a:solidFill>
                  <a:schemeClr val="dk1"/>
                </a:solidFill>
                <a:latin typeface="Sora"/>
                <a:ea typeface="Sora"/>
                <a:cs typeface="Sora"/>
                <a:sym typeface="Sora"/>
              </a:rPr>
              <a:t>4 composantes retenues</a:t>
            </a:r>
            <a:endParaRPr sz="2000" b="1" dirty="0">
              <a:solidFill>
                <a:schemeClr val="dk1"/>
              </a:solidFill>
              <a:latin typeface="Sora"/>
              <a:ea typeface="Sora"/>
              <a:cs typeface="Sora"/>
              <a:sym typeface="Sora"/>
            </a:endParaRPr>
          </a:p>
        </p:txBody>
      </p:sp>
      <p:sp>
        <p:nvSpPr>
          <p:cNvPr id="2" name="Google Shape;1318;p44">
            <a:extLst>
              <a:ext uri="{FF2B5EF4-FFF2-40B4-BE49-F238E27FC236}">
                <a16:creationId xmlns:a16="http://schemas.microsoft.com/office/drawing/2014/main" id="{C3999C90-61DB-FB15-3D56-ACF532AD9D51}"/>
              </a:ext>
            </a:extLst>
          </p:cNvPr>
          <p:cNvSpPr txBox="1">
            <a:spLocks/>
          </p:cNvSpPr>
          <p:nvPr/>
        </p:nvSpPr>
        <p:spPr>
          <a:xfrm>
            <a:off x="0" y="4815694"/>
            <a:ext cx="9144001" cy="327806"/>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400"/>
              <a:buFont typeface="Raleway"/>
              <a:buNone/>
              <a:defRPr sz="1200" b="0" i="0" u="none" strike="noStrike" cap="none">
                <a:solidFill>
                  <a:schemeClr val="dk1"/>
                </a:solidFill>
                <a:latin typeface="Raleway"/>
                <a:ea typeface="Raleway"/>
                <a:cs typeface="Raleway"/>
                <a:sym typeface="Raleway"/>
              </a:defRPr>
            </a:lvl1pPr>
            <a:lvl2pPr marL="914400" marR="0" lvl="1"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9pPr>
          </a:lstStyle>
          <a:p>
            <a:pPr marL="0" indent="0" algn="ctr"/>
            <a:r>
              <a:rPr lang="en-US" sz="1100" dirty="0" err="1">
                <a:solidFill>
                  <a:schemeClr val="bg1">
                    <a:lumMod val="50000"/>
                  </a:schemeClr>
                </a:solidFill>
              </a:rPr>
              <a:t>Contexte</a:t>
            </a:r>
            <a:r>
              <a:rPr lang="en-US" sz="1100" dirty="0">
                <a:solidFill>
                  <a:schemeClr val="bg1">
                    <a:lumMod val="50000"/>
                  </a:schemeClr>
                </a:solidFill>
              </a:rPr>
              <a:t> – </a:t>
            </a:r>
            <a:r>
              <a:rPr lang="en-US" sz="1100" dirty="0" err="1">
                <a:solidFill>
                  <a:schemeClr val="bg1">
                    <a:lumMod val="50000"/>
                  </a:schemeClr>
                </a:solidFill>
              </a:rPr>
              <a:t>Préparation</a:t>
            </a:r>
            <a:r>
              <a:rPr lang="en-US" sz="1100" dirty="0">
                <a:solidFill>
                  <a:schemeClr val="bg1">
                    <a:lumMod val="50000"/>
                  </a:schemeClr>
                </a:solidFill>
              </a:rPr>
              <a:t> des données – </a:t>
            </a:r>
            <a:r>
              <a:rPr lang="en-US" b="1" dirty="0">
                <a:solidFill>
                  <a:schemeClr val="bg1">
                    <a:lumMod val="50000"/>
                  </a:schemeClr>
                </a:solidFill>
              </a:rPr>
              <a:t>Exploration des données </a:t>
            </a:r>
            <a:r>
              <a:rPr lang="en-US" sz="1100" dirty="0">
                <a:solidFill>
                  <a:schemeClr val="bg1">
                    <a:lumMod val="50000"/>
                  </a:schemeClr>
                </a:solidFill>
              </a:rPr>
              <a:t>– </a:t>
            </a:r>
            <a:r>
              <a:rPr lang="en-US" sz="1100" dirty="0" err="1">
                <a:solidFill>
                  <a:schemeClr val="bg1">
                    <a:lumMod val="50000"/>
                  </a:schemeClr>
                </a:solidFill>
              </a:rPr>
              <a:t>Résultats</a:t>
            </a:r>
            <a:endParaRPr lang="en-US" sz="1100" dirty="0">
              <a:solidFill>
                <a:schemeClr val="bg1">
                  <a:lumMod val="50000"/>
                </a:schemeClr>
              </a:solidFill>
            </a:endParaRPr>
          </a:p>
        </p:txBody>
      </p:sp>
      <p:pic>
        <p:nvPicPr>
          <p:cNvPr id="4" name="Image 3">
            <a:extLst>
              <a:ext uri="{FF2B5EF4-FFF2-40B4-BE49-F238E27FC236}">
                <a16:creationId xmlns:a16="http://schemas.microsoft.com/office/drawing/2014/main" id="{37E61532-CE8D-46D7-5024-C20BE1B22BA7}"/>
              </a:ext>
            </a:extLst>
          </p:cNvPr>
          <p:cNvPicPr>
            <a:picLocks noChangeAspect="1"/>
          </p:cNvPicPr>
          <p:nvPr/>
        </p:nvPicPr>
        <p:blipFill>
          <a:blip r:embed="rId3"/>
          <a:stretch>
            <a:fillRect/>
          </a:stretch>
        </p:blipFill>
        <p:spPr>
          <a:xfrm>
            <a:off x="1037855" y="1233503"/>
            <a:ext cx="4141393" cy="3206925"/>
          </a:xfrm>
          <a:prstGeom prst="rect">
            <a:avLst/>
          </a:prstGeom>
        </p:spPr>
      </p:pic>
    </p:spTree>
    <p:extLst>
      <p:ext uri="{BB962C8B-B14F-4D97-AF65-F5344CB8AC3E}">
        <p14:creationId xmlns:p14="http://schemas.microsoft.com/office/powerpoint/2010/main" val="7326692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17">
          <a:extLst>
            <a:ext uri="{FF2B5EF4-FFF2-40B4-BE49-F238E27FC236}">
              <a16:creationId xmlns:a16="http://schemas.microsoft.com/office/drawing/2014/main" id="{BC8C07E4-37C4-72D4-8783-DC299B38499F}"/>
            </a:ext>
          </a:extLst>
        </p:cNvPr>
        <p:cNvGrpSpPr/>
        <p:nvPr/>
      </p:nvGrpSpPr>
      <p:grpSpPr>
        <a:xfrm>
          <a:off x="0" y="0"/>
          <a:ext cx="0" cy="0"/>
          <a:chOff x="0" y="0"/>
          <a:chExt cx="0" cy="0"/>
        </a:xfrm>
      </p:grpSpPr>
      <p:sp>
        <p:nvSpPr>
          <p:cNvPr id="2018" name="Google Shape;2018;p63">
            <a:extLst>
              <a:ext uri="{FF2B5EF4-FFF2-40B4-BE49-F238E27FC236}">
                <a16:creationId xmlns:a16="http://schemas.microsoft.com/office/drawing/2014/main" id="{5B56C2B4-DFBD-1729-F4BA-560B6299EA7F}"/>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ACP : Cercle des corrélations (1)</a:t>
            </a:r>
            <a:endParaRPr dirty="0"/>
          </a:p>
        </p:txBody>
      </p:sp>
      <p:sp>
        <p:nvSpPr>
          <p:cNvPr id="2021" name="Google Shape;2021;p63">
            <a:extLst>
              <a:ext uri="{FF2B5EF4-FFF2-40B4-BE49-F238E27FC236}">
                <a16:creationId xmlns:a16="http://schemas.microsoft.com/office/drawing/2014/main" id="{74F649B4-FF91-46D3-CCEB-D1FD1DB1E24B}"/>
              </a:ext>
            </a:extLst>
          </p:cNvPr>
          <p:cNvSpPr txBox="1"/>
          <p:nvPr/>
        </p:nvSpPr>
        <p:spPr>
          <a:xfrm>
            <a:off x="5891309" y="1593522"/>
            <a:ext cx="2532691" cy="88212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b="1" dirty="0">
                <a:solidFill>
                  <a:schemeClr val="dk1"/>
                </a:solidFill>
                <a:latin typeface="Sora"/>
                <a:ea typeface="Sora"/>
                <a:cs typeface="Sora"/>
                <a:sym typeface="Sora"/>
              </a:rPr>
              <a:t>F1 : </a:t>
            </a:r>
            <a:r>
              <a:rPr lang="en" sz="2000" dirty="0">
                <a:solidFill>
                  <a:schemeClr val="dk1"/>
                </a:solidFill>
                <a:latin typeface="Sora"/>
                <a:ea typeface="Sora"/>
                <a:cs typeface="Sora"/>
                <a:sym typeface="Sora"/>
              </a:rPr>
              <a:t>Niveau de développement économique</a:t>
            </a:r>
            <a:endParaRPr sz="2000" dirty="0">
              <a:solidFill>
                <a:schemeClr val="dk1"/>
              </a:solidFill>
              <a:latin typeface="Sora"/>
              <a:ea typeface="Sora"/>
              <a:cs typeface="Sora"/>
              <a:sym typeface="Sora"/>
            </a:endParaRPr>
          </a:p>
        </p:txBody>
      </p:sp>
      <p:sp>
        <p:nvSpPr>
          <p:cNvPr id="2" name="Google Shape;1318;p44">
            <a:extLst>
              <a:ext uri="{FF2B5EF4-FFF2-40B4-BE49-F238E27FC236}">
                <a16:creationId xmlns:a16="http://schemas.microsoft.com/office/drawing/2014/main" id="{E8971234-7C9C-23AA-E179-77148336D092}"/>
              </a:ext>
            </a:extLst>
          </p:cNvPr>
          <p:cNvSpPr txBox="1">
            <a:spLocks/>
          </p:cNvSpPr>
          <p:nvPr/>
        </p:nvSpPr>
        <p:spPr>
          <a:xfrm>
            <a:off x="0" y="4815694"/>
            <a:ext cx="9144001" cy="327806"/>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400"/>
              <a:buFont typeface="Raleway"/>
              <a:buNone/>
              <a:defRPr sz="1200" b="0" i="0" u="none" strike="noStrike" cap="none">
                <a:solidFill>
                  <a:schemeClr val="dk1"/>
                </a:solidFill>
                <a:latin typeface="Raleway"/>
                <a:ea typeface="Raleway"/>
                <a:cs typeface="Raleway"/>
                <a:sym typeface="Raleway"/>
              </a:defRPr>
            </a:lvl1pPr>
            <a:lvl2pPr marL="914400" marR="0" lvl="1"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9pPr>
          </a:lstStyle>
          <a:p>
            <a:pPr marL="0" indent="0" algn="ctr"/>
            <a:r>
              <a:rPr lang="en-US" sz="1100" dirty="0" err="1">
                <a:solidFill>
                  <a:schemeClr val="bg1">
                    <a:lumMod val="50000"/>
                  </a:schemeClr>
                </a:solidFill>
              </a:rPr>
              <a:t>Contexte</a:t>
            </a:r>
            <a:r>
              <a:rPr lang="en-US" sz="1100" dirty="0">
                <a:solidFill>
                  <a:schemeClr val="bg1">
                    <a:lumMod val="50000"/>
                  </a:schemeClr>
                </a:solidFill>
              </a:rPr>
              <a:t> – </a:t>
            </a:r>
            <a:r>
              <a:rPr lang="en-US" sz="1100" dirty="0" err="1">
                <a:solidFill>
                  <a:schemeClr val="bg1">
                    <a:lumMod val="50000"/>
                  </a:schemeClr>
                </a:solidFill>
              </a:rPr>
              <a:t>Préparation</a:t>
            </a:r>
            <a:r>
              <a:rPr lang="en-US" sz="1100" dirty="0">
                <a:solidFill>
                  <a:schemeClr val="bg1">
                    <a:lumMod val="50000"/>
                  </a:schemeClr>
                </a:solidFill>
              </a:rPr>
              <a:t> des données – </a:t>
            </a:r>
            <a:r>
              <a:rPr lang="en-US" b="1" dirty="0">
                <a:solidFill>
                  <a:schemeClr val="bg1">
                    <a:lumMod val="50000"/>
                  </a:schemeClr>
                </a:solidFill>
              </a:rPr>
              <a:t>Exploration des données </a:t>
            </a:r>
            <a:r>
              <a:rPr lang="en-US" sz="1100" dirty="0">
                <a:solidFill>
                  <a:schemeClr val="bg1">
                    <a:lumMod val="50000"/>
                  </a:schemeClr>
                </a:solidFill>
              </a:rPr>
              <a:t>– </a:t>
            </a:r>
            <a:r>
              <a:rPr lang="en-US" sz="1100" dirty="0" err="1">
                <a:solidFill>
                  <a:schemeClr val="bg1">
                    <a:lumMod val="50000"/>
                  </a:schemeClr>
                </a:solidFill>
              </a:rPr>
              <a:t>Résultats</a:t>
            </a:r>
            <a:endParaRPr lang="en-US" sz="1100" dirty="0">
              <a:solidFill>
                <a:schemeClr val="bg1">
                  <a:lumMod val="50000"/>
                </a:schemeClr>
              </a:solidFill>
            </a:endParaRPr>
          </a:p>
        </p:txBody>
      </p:sp>
      <p:pic>
        <p:nvPicPr>
          <p:cNvPr id="5" name="Image 4">
            <a:extLst>
              <a:ext uri="{FF2B5EF4-FFF2-40B4-BE49-F238E27FC236}">
                <a16:creationId xmlns:a16="http://schemas.microsoft.com/office/drawing/2014/main" id="{45E1098B-9621-C7D8-234F-B846FF5544D1}"/>
              </a:ext>
            </a:extLst>
          </p:cNvPr>
          <p:cNvPicPr>
            <a:picLocks noChangeAspect="1"/>
          </p:cNvPicPr>
          <p:nvPr/>
        </p:nvPicPr>
        <p:blipFill>
          <a:blip r:embed="rId3"/>
          <a:stretch>
            <a:fillRect/>
          </a:stretch>
        </p:blipFill>
        <p:spPr>
          <a:xfrm>
            <a:off x="1058860" y="1083427"/>
            <a:ext cx="4676404" cy="3666565"/>
          </a:xfrm>
          <a:prstGeom prst="rect">
            <a:avLst/>
          </a:prstGeom>
        </p:spPr>
      </p:pic>
      <p:sp>
        <p:nvSpPr>
          <p:cNvPr id="6" name="Google Shape;2021;p63">
            <a:extLst>
              <a:ext uri="{FF2B5EF4-FFF2-40B4-BE49-F238E27FC236}">
                <a16:creationId xmlns:a16="http://schemas.microsoft.com/office/drawing/2014/main" id="{528A778C-2C3A-0C36-CD0B-E614F29CD515}"/>
              </a:ext>
            </a:extLst>
          </p:cNvPr>
          <p:cNvSpPr txBox="1"/>
          <p:nvPr/>
        </p:nvSpPr>
        <p:spPr>
          <a:xfrm>
            <a:off x="5891309" y="3204608"/>
            <a:ext cx="2625162" cy="88212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b="1" dirty="0">
                <a:solidFill>
                  <a:schemeClr val="dk1"/>
                </a:solidFill>
                <a:latin typeface="Sora"/>
                <a:ea typeface="Sora"/>
                <a:cs typeface="Sora"/>
                <a:sym typeface="Sora"/>
              </a:rPr>
              <a:t>F2 : </a:t>
            </a:r>
            <a:r>
              <a:rPr lang="en" sz="2000" dirty="0">
                <a:solidFill>
                  <a:schemeClr val="dk1"/>
                </a:solidFill>
                <a:latin typeface="Sora"/>
                <a:ea typeface="Sora"/>
                <a:cs typeface="Sora"/>
                <a:sym typeface="Sora"/>
              </a:rPr>
              <a:t>Situation sur le marché de la viande de volailles</a:t>
            </a:r>
            <a:endParaRPr sz="2000" dirty="0">
              <a:solidFill>
                <a:schemeClr val="dk1"/>
              </a:solidFill>
              <a:latin typeface="Sora"/>
              <a:ea typeface="Sora"/>
              <a:cs typeface="Sora"/>
              <a:sym typeface="Sora"/>
            </a:endParaRPr>
          </a:p>
        </p:txBody>
      </p:sp>
    </p:spTree>
    <p:extLst>
      <p:ext uri="{BB962C8B-B14F-4D97-AF65-F5344CB8AC3E}">
        <p14:creationId xmlns:p14="http://schemas.microsoft.com/office/powerpoint/2010/main" val="34359725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17">
          <a:extLst>
            <a:ext uri="{FF2B5EF4-FFF2-40B4-BE49-F238E27FC236}">
              <a16:creationId xmlns:a16="http://schemas.microsoft.com/office/drawing/2014/main" id="{F81EAEFA-B076-43E8-F599-55D4B0AA15BA}"/>
            </a:ext>
          </a:extLst>
        </p:cNvPr>
        <p:cNvGrpSpPr/>
        <p:nvPr/>
      </p:nvGrpSpPr>
      <p:grpSpPr>
        <a:xfrm>
          <a:off x="0" y="0"/>
          <a:ext cx="0" cy="0"/>
          <a:chOff x="0" y="0"/>
          <a:chExt cx="0" cy="0"/>
        </a:xfrm>
      </p:grpSpPr>
      <p:sp>
        <p:nvSpPr>
          <p:cNvPr id="2018" name="Google Shape;2018;p63">
            <a:extLst>
              <a:ext uri="{FF2B5EF4-FFF2-40B4-BE49-F238E27FC236}">
                <a16:creationId xmlns:a16="http://schemas.microsoft.com/office/drawing/2014/main" id="{4FB4115B-04A8-02F0-2510-82DD33B3ECFF}"/>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ACP : Cercle des corrélations (2)</a:t>
            </a:r>
            <a:endParaRPr dirty="0"/>
          </a:p>
        </p:txBody>
      </p:sp>
      <p:sp>
        <p:nvSpPr>
          <p:cNvPr id="2021" name="Google Shape;2021;p63">
            <a:extLst>
              <a:ext uri="{FF2B5EF4-FFF2-40B4-BE49-F238E27FC236}">
                <a16:creationId xmlns:a16="http://schemas.microsoft.com/office/drawing/2014/main" id="{305E6CF2-918B-713B-19CB-B5A383ADD494}"/>
              </a:ext>
            </a:extLst>
          </p:cNvPr>
          <p:cNvSpPr txBox="1"/>
          <p:nvPr/>
        </p:nvSpPr>
        <p:spPr>
          <a:xfrm>
            <a:off x="5891309" y="1593522"/>
            <a:ext cx="2532691" cy="88212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b="1" dirty="0">
                <a:solidFill>
                  <a:schemeClr val="dk1"/>
                </a:solidFill>
                <a:latin typeface="Sora"/>
                <a:ea typeface="Sora"/>
                <a:cs typeface="Sora"/>
                <a:sym typeface="Sora"/>
              </a:rPr>
              <a:t>F3 : </a:t>
            </a:r>
            <a:r>
              <a:rPr lang="en" sz="2000" dirty="0">
                <a:solidFill>
                  <a:schemeClr val="dk1"/>
                </a:solidFill>
                <a:latin typeface="Sora"/>
                <a:ea typeface="Sora"/>
                <a:cs typeface="Sora"/>
                <a:sym typeface="Sora"/>
              </a:rPr>
              <a:t>Taille du marché VS consommation</a:t>
            </a:r>
            <a:endParaRPr sz="2000" dirty="0">
              <a:solidFill>
                <a:schemeClr val="dk1"/>
              </a:solidFill>
              <a:latin typeface="Sora"/>
              <a:ea typeface="Sora"/>
              <a:cs typeface="Sora"/>
              <a:sym typeface="Sora"/>
            </a:endParaRPr>
          </a:p>
        </p:txBody>
      </p:sp>
      <p:sp>
        <p:nvSpPr>
          <p:cNvPr id="2" name="Google Shape;1318;p44">
            <a:extLst>
              <a:ext uri="{FF2B5EF4-FFF2-40B4-BE49-F238E27FC236}">
                <a16:creationId xmlns:a16="http://schemas.microsoft.com/office/drawing/2014/main" id="{14932DBD-D55E-ABC0-DB71-5FC389270077}"/>
              </a:ext>
            </a:extLst>
          </p:cNvPr>
          <p:cNvSpPr txBox="1">
            <a:spLocks/>
          </p:cNvSpPr>
          <p:nvPr/>
        </p:nvSpPr>
        <p:spPr>
          <a:xfrm>
            <a:off x="0" y="4815694"/>
            <a:ext cx="9144001" cy="327806"/>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400"/>
              <a:buFont typeface="Raleway"/>
              <a:buNone/>
              <a:defRPr sz="1200" b="0" i="0" u="none" strike="noStrike" cap="none">
                <a:solidFill>
                  <a:schemeClr val="dk1"/>
                </a:solidFill>
                <a:latin typeface="Raleway"/>
                <a:ea typeface="Raleway"/>
                <a:cs typeface="Raleway"/>
                <a:sym typeface="Raleway"/>
              </a:defRPr>
            </a:lvl1pPr>
            <a:lvl2pPr marL="914400" marR="0" lvl="1"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9pPr>
          </a:lstStyle>
          <a:p>
            <a:pPr marL="0" indent="0" algn="ctr"/>
            <a:r>
              <a:rPr lang="en-US" sz="1100" dirty="0" err="1">
                <a:solidFill>
                  <a:schemeClr val="bg1">
                    <a:lumMod val="50000"/>
                  </a:schemeClr>
                </a:solidFill>
              </a:rPr>
              <a:t>Contexte</a:t>
            </a:r>
            <a:r>
              <a:rPr lang="en-US" sz="1100" dirty="0">
                <a:solidFill>
                  <a:schemeClr val="bg1">
                    <a:lumMod val="50000"/>
                  </a:schemeClr>
                </a:solidFill>
              </a:rPr>
              <a:t> – </a:t>
            </a:r>
            <a:r>
              <a:rPr lang="en-US" sz="1100" dirty="0" err="1">
                <a:solidFill>
                  <a:schemeClr val="bg1">
                    <a:lumMod val="50000"/>
                  </a:schemeClr>
                </a:solidFill>
              </a:rPr>
              <a:t>Préparation</a:t>
            </a:r>
            <a:r>
              <a:rPr lang="en-US" sz="1100" dirty="0">
                <a:solidFill>
                  <a:schemeClr val="bg1">
                    <a:lumMod val="50000"/>
                  </a:schemeClr>
                </a:solidFill>
              </a:rPr>
              <a:t> des données – </a:t>
            </a:r>
            <a:r>
              <a:rPr lang="en-US" b="1" dirty="0">
                <a:solidFill>
                  <a:schemeClr val="bg1">
                    <a:lumMod val="50000"/>
                  </a:schemeClr>
                </a:solidFill>
              </a:rPr>
              <a:t>Exploration des données </a:t>
            </a:r>
            <a:r>
              <a:rPr lang="en-US" sz="1100" dirty="0">
                <a:solidFill>
                  <a:schemeClr val="bg1">
                    <a:lumMod val="50000"/>
                  </a:schemeClr>
                </a:solidFill>
              </a:rPr>
              <a:t>– </a:t>
            </a:r>
            <a:r>
              <a:rPr lang="en-US" sz="1100" dirty="0" err="1">
                <a:solidFill>
                  <a:schemeClr val="bg1">
                    <a:lumMod val="50000"/>
                  </a:schemeClr>
                </a:solidFill>
              </a:rPr>
              <a:t>Résultats</a:t>
            </a:r>
            <a:endParaRPr lang="en-US" sz="1100" dirty="0">
              <a:solidFill>
                <a:schemeClr val="bg1">
                  <a:lumMod val="50000"/>
                </a:schemeClr>
              </a:solidFill>
            </a:endParaRPr>
          </a:p>
        </p:txBody>
      </p:sp>
      <p:sp>
        <p:nvSpPr>
          <p:cNvPr id="6" name="Google Shape;2021;p63">
            <a:extLst>
              <a:ext uri="{FF2B5EF4-FFF2-40B4-BE49-F238E27FC236}">
                <a16:creationId xmlns:a16="http://schemas.microsoft.com/office/drawing/2014/main" id="{565520AD-5E46-4FE2-5A0C-9121550D9EF3}"/>
              </a:ext>
            </a:extLst>
          </p:cNvPr>
          <p:cNvSpPr txBox="1"/>
          <p:nvPr/>
        </p:nvSpPr>
        <p:spPr>
          <a:xfrm>
            <a:off x="5891309" y="3204608"/>
            <a:ext cx="2625162" cy="88212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b="1" dirty="0">
                <a:solidFill>
                  <a:schemeClr val="dk1"/>
                </a:solidFill>
                <a:latin typeface="Sora"/>
                <a:ea typeface="Sora"/>
                <a:cs typeface="Sora"/>
                <a:sym typeface="Sora"/>
              </a:rPr>
              <a:t>F4 : </a:t>
            </a:r>
            <a:r>
              <a:rPr lang="en" sz="2000" dirty="0">
                <a:solidFill>
                  <a:schemeClr val="dk1"/>
                </a:solidFill>
                <a:latin typeface="Sora"/>
                <a:ea typeface="Sora"/>
                <a:cs typeface="Sora"/>
                <a:sym typeface="Sora"/>
              </a:rPr>
              <a:t>Proximité géographique avec la France</a:t>
            </a:r>
            <a:endParaRPr sz="2000" dirty="0">
              <a:solidFill>
                <a:schemeClr val="dk1"/>
              </a:solidFill>
              <a:latin typeface="Sora"/>
              <a:ea typeface="Sora"/>
              <a:cs typeface="Sora"/>
              <a:sym typeface="Sora"/>
            </a:endParaRPr>
          </a:p>
        </p:txBody>
      </p:sp>
      <p:pic>
        <p:nvPicPr>
          <p:cNvPr id="4" name="Image 3">
            <a:extLst>
              <a:ext uri="{FF2B5EF4-FFF2-40B4-BE49-F238E27FC236}">
                <a16:creationId xmlns:a16="http://schemas.microsoft.com/office/drawing/2014/main" id="{A6D1C95C-4D07-0DCD-8330-44F48E6356A2}"/>
              </a:ext>
            </a:extLst>
          </p:cNvPr>
          <p:cNvPicPr>
            <a:picLocks noChangeAspect="1"/>
          </p:cNvPicPr>
          <p:nvPr/>
        </p:nvPicPr>
        <p:blipFill>
          <a:blip r:embed="rId3"/>
          <a:stretch>
            <a:fillRect/>
          </a:stretch>
        </p:blipFill>
        <p:spPr>
          <a:xfrm>
            <a:off x="1340326" y="1031910"/>
            <a:ext cx="4190360" cy="3666565"/>
          </a:xfrm>
          <a:prstGeom prst="rect">
            <a:avLst/>
          </a:prstGeom>
        </p:spPr>
      </p:pic>
    </p:spTree>
    <p:extLst>
      <p:ext uri="{BB962C8B-B14F-4D97-AF65-F5344CB8AC3E}">
        <p14:creationId xmlns:p14="http://schemas.microsoft.com/office/powerpoint/2010/main" val="14996547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17">
          <a:extLst>
            <a:ext uri="{FF2B5EF4-FFF2-40B4-BE49-F238E27FC236}">
              <a16:creationId xmlns:a16="http://schemas.microsoft.com/office/drawing/2014/main" id="{A22C5AE3-8079-9EE3-2B44-A1470108E2EE}"/>
            </a:ext>
          </a:extLst>
        </p:cNvPr>
        <p:cNvGrpSpPr/>
        <p:nvPr/>
      </p:nvGrpSpPr>
      <p:grpSpPr>
        <a:xfrm>
          <a:off x="0" y="0"/>
          <a:ext cx="0" cy="0"/>
          <a:chOff x="0" y="0"/>
          <a:chExt cx="0" cy="0"/>
        </a:xfrm>
      </p:grpSpPr>
      <p:sp>
        <p:nvSpPr>
          <p:cNvPr id="2018" name="Google Shape;2018;p63">
            <a:extLst>
              <a:ext uri="{FF2B5EF4-FFF2-40B4-BE49-F238E27FC236}">
                <a16:creationId xmlns:a16="http://schemas.microsoft.com/office/drawing/2014/main" id="{9DDBDFAE-12A7-C3A2-B8AF-DF263C826D66}"/>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ACP : Projection des individus (1)</a:t>
            </a:r>
            <a:endParaRPr dirty="0"/>
          </a:p>
        </p:txBody>
      </p:sp>
      <p:sp>
        <p:nvSpPr>
          <p:cNvPr id="2021" name="Google Shape;2021;p63">
            <a:extLst>
              <a:ext uri="{FF2B5EF4-FFF2-40B4-BE49-F238E27FC236}">
                <a16:creationId xmlns:a16="http://schemas.microsoft.com/office/drawing/2014/main" id="{AC931670-7E57-2A88-4F6D-8E5FAA3C8A2F}"/>
              </a:ext>
            </a:extLst>
          </p:cNvPr>
          <p:cNvSpPr txBox="1"/>
          <p:nvPr/>
        </p:nvSpPr>
        <p:spPr>
          <a:xfrm>
            <a:off x="6184291" y="1017725"/>
            <a:ext cx="2722073" cy="1194187"/>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600" b="1" dirty="0">
                <a:solidFill>
                  <a:schemeClr val="accent3">
                    <a:lumMod val="50000"/>
                  </a:schemeClr>
                </a:solidFill>
                <a:latin typeface="Sora"/>
                <a:ea typeface="Sora"/>
                <a:cs typeface="Sora"/>
                <a:sym typeface="Sora"/>
              </a:rPr>
              <a:t>3 pays avec un niveau de développement économique fort et très présents sur le marché</a:t>
            </a:r>
            <a:endParaRPr sz="1600" dirty="0">
              <a:solidFill>
                <a:schemeClr val="accent3">
                  <a:lumMod val="50000"/>
                </a:schemeClr>
              </a:solidFill>
              <a:latin typeface="Sora"/>
              <a:ea typeface="Sora"/>
              <a:cs typeface="Sora"/>
              <a:sym typeface="Sora"/>
            </a:endParaRPr>
          </a:p>
        </p:txBody>
      </p:sp>
      <p:sp>
        <p:nvSpPr>
          <p:cNvPr id="2" name="Google Shape;1318;p44">
            <a:extLst>
              <a:ext uri="{FF2B5EF4-FFF2-40B4-BE49-F238E27FC236}">
                <a16:creationId xmlns:a16="http://schemas.microsoft.com/office/drawing/2014/main" id="{0635186C-345E-11EA-6A39-C664EBD610AC}"/>
              </a:ext>
            </a:extLst>
          </p:cNvPr>
          <p:cNvSpPr txBox="1">
            <a:spLocks/>
          </p:cNvSpPr>
          <p:nvPr/>
        </p:nvSpPr>
        <p:spPr>
          <a:xfrm>
            <a:off x="0" y="4815694"/>
            <a:ext cx="9144001" cy="327806"/>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400"/>
              <a:buFont typeface="Raleway"/>
              <a:buNone/>
              <a:defRPr sz="1200" b="0" i="0" u="none" strike="noStrike" cap="none">
                <a:solidFill>
                  <a:schemeClr val="dk1"/>
                </a:solidFill>
                <a:latin typeface="Raleway"/>
                <a:ea typeface="Raleway"/>
                <a:cs typeface="Raleway"/>
                <a:sym typeface="Raleway"/>
              </a:defRPr>
            </a:lvl1pPr>
            <a:lvl2pPr marL="914400" marR="0" lvl="1"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9pPr>
          </a:lstStyle>
          <a:p>
            <a:pPr marL="0" indent="0" algn="ctr"/>
            <a:r>
              <a:rPr lang="en-US" sz="1100" dirty="0" err="1">
                <a:solidFill>
                  <a:schemeClr val="bg1">
                    <a:lumMod val="50000"/>
                  </a:schemeClr>
                </a:solidFill>
              </a:rPr>
              <a:t>Contexte</a:t>
            </a:r>
            <a:r>
              <a:rPr lang="en-US" sz="1100" dirty="0">
                <a:solidFill>
                  <a:schemeClr val="bg1">
                    <a:lumMod val="50000"/>
                  </a:schemeClr>
                </a:solidFill>
              </a:rPr>
              <a:t> – </a:t>
            </a:r>
            <a:r>
              <a:rPr lang="en-US" sz="1100" dirty="0" err="1">
                <a:solidFill>
                  <a:schemeClr val="bg1">
                    <a:lumMod val="50000"/>
                  </a:schemeClr>
                </a:solidFill>
              </a:rPr>
              <a:t>Préparation</a:t>
            </a:r>
            <a:r>
              <a:rPr lang="en-US" sz="1100" dirty="0">
                <a:solidFill>
                  <a:schemeClr val="bg1">
                    <a:lumMod val="50000"/>
                  </a:schemeClr>
                </a:solidFill>
              </a:rPr>
              <a:t> des données – </a:t>
            </a:r>
            <a:r>
              <a:rPr lang="en-US" b="1" dirty="0">
                <a:solidFill>
                  <a:schemeClr val="bg1">
                    <a:lumMod val="50000"/>
                  </a:schemeClr>
                </a:solidFill>
              </a:rPr>
              <a:t>Exploration des données </a:t>
            </a:r>
            <a:r>
              <a:rPr lang="en-US" sz="1100" dirty="0">
                <a:solidFill>
                  <a:schemeClr val="bg1">
                    <a:lumMod val="50000"/>
                  </a:schemeClr>
                </a:solidFill>
              </a:rPr>
              <a:t>– </a:t>
            </a:r>
            <a:r>
              <a:rPr lang="en-US" sz="1100" dirty="0" err="1">
                <a:solidFill>
                  <a:schemeClr val="bg1">
                    <a:lumMod val="50000"/>
                  </a:schemeClr>
                </a:solidFill>
              </a:rPr>
              <a:t>Résultats</a:t>
            </a:r>
            <a:endParaRPr lang="en-US" sz="1100" dirty="0">
              <a:solidFill>
                <a:schemeClr val="bg1">
                  <a:lumMod val="50000"/>
                </a:schemeClr>
              </a:solidFill>
            </a:endParaRPr>
          </a:p>
        </p:txBody>
      </p:sp>
      <p:sp>
        <p:nvSpPr>
          <p:cNvPr id="6" name="Google Shape;2021;p63">
            <a:extLst>
              <a:ext uri="{FF2B5EF4-FFF2-40B4-BE49-F238E27FC236}">
                <a16:creationId xmlns:a16="http://schemas.microsoft.com/office/drawing/2014/main" id="{E4FEAB0A-3FFB-4FDB-B5AD-849F8BEF8C48}"/>
              </a:ext>
            </a:extLst>
          </p:cNvPr>
          <p:cNvSpPr txBox="1"/>
          <p:nvPr/>
        </p:nvSpPr>
        <p:spPr>
          <a:xfrm>
            <a:off x="6095800" y="3121975"/>
            <a:ext cx="2295658" cy="126827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600" b="1" dirty="0">
                <a:solidFill>
                  <a:schemeClr val="bg2"/>
                </a:solidFill>
                <a:latin typeface="Sora"/>
                <a:ea typeface="Sora"/>
                <a:cs typeface="Sora"/>
                <a:sym typeface="Sora"/>
              </a:rPr>
              <a:t>Pays développés économiquement, moins présents sur le marché</a:t>
            </a:r>
            <a:endParaRPr sz="1600" b="1" dirty="0">
              <a:solidFill>
                <a:schemeClr val="bg2"/>
              </a:solidFill>
              <a:latin typeface="Sora"/>
              <a:ea typeface="Sora"/>
              <a:cs typeface="Sora"/>
              <a:sym typeface="Sora"/>
            </a:endParaRPr>
          </a:p>
        </p:txBody>
      </p:sp>
      <p:pic>
        <p:nvPicPr>
          <p:cNvPr id="5" name="Image 4">
            <a:extLst>
              <a:ext uri="{FF2B5EF4-FFF2-40B4-BE49-F238E27FC236}">
                <a16:creationId xmlns:a16="http://schemas.microsoft.com/office/drawing/2014/main" id="{86C5D6A0-864F-BBB2-11BD-2108FE20445B}"/>
              </a:ext>
            </a:extLst>
          </p:cNvPr>
          <p:cNvPicPr>
            <a:picLocks noChangeAspect="1"/>
          </p:cNvPicPr>
          <p:nvPr/>
        </p:nvPicPr>
        <p:blipFill>
          <a:blip r:embed="rId3"/>
          <a:stretch>
            <a:fillRect/>
          </a:stretch>
        </p:blipFill>
        <p:spPr>
          <a:xfrm>
            <a:off x="1409861" y="1017725"/>
            <a:ext cx="4685939" cy="3665784"/>
          </a:xfrm>
          <a:prstGeom prst="rect">
            <a:avLst/>
          </a:prstGeom>
        </p:spPr>
      </p:pic>
      <p:sp>
        <p:nvSpPr>
          <p:cNvPr id="7" name="Ellipse 6">
            <a:extLst>
              <a:ext uri="{FF2B5EF4-FFF2-40B4-BE49-F238E27FC236}">
                <a16:creationId xmlns:a16="http://schemas.microsoft.com/office/drawing/2014/main" id="{BA22025B-AECC-5A5C-BAEF-EAEBCDEE11D8}"/>
              </a:ext>
            </a:extLst>
          </p:cNvPr>
          <p:cNvSpPr/>
          <p:nvPr/>
        </p:nvSpPr>
        <p:spPr>
          <a:xfrm>
            <a:off x="5072139" y="1017725"/>
            <a:ext cx="1129553" cy="1268275"/>
          </a:xfrm>
          <a:prstGeom prst="ellipse">
            <a:avLst/>
          </a:prstGeom>
          <a:solidFill>
            <a:srgbClr val="FEC76A">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6A09BE25-0070-E86D-CDB5-311395B6976C}"/>
              </a:ext>
            </a:extLst>
          </p:cNvPr>
          <p:cNvSpPr/>
          <p:nvPr/>
        </p:nvSpPr>
        <p:spPr>
          <a:xfrm>
            <a:off x="3768740" y="2808875"/>
            <a:ext cx="2142020" cy="1692398"/>
          </a:xfrm>
          <a:prstGeom prst="rect">
            <a:avLst/>
          </a:prstGeom>
          <a:solidFill>
            <a:srgbClr val="497219">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64CD4114-1BF7-1A8D-8FC0-C2BD2C1D5962}"/>
              </a:ext>
            </a:extLst>
          </p:cNvPr>
          <p:cNvSpPr/>
          <p:nvPr/>
        </p:nvSpPr>
        <p:spPr>
          <a:xfrm>
            <a:off x="1626717" y="1106373"/>
            <a:ext cx="2142020" cy="3394900"/>
          </a:xfrm>
          <a:prstGeom prst="rect">
            <a:avLst/>
          </a:prstGeom>
          <a:solidFill>
            <a:srgbClr val="4C4980">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Google Shape;2021;p63">
            <a:extLst>
              <a:ext uri="{FF2B5EF4-FFF2-40B4-BE49-F238E27FC236}">
                <a16:creationId xmlns:a16="http://schemas.microsoft.com/office/drawing/2014/main" id="{35F8F570-BB0B-0B52-FAA8-704994C9EEFB}"/>
              </a:ext>
            </a:extLst>
          </p:cNvPr>
          <p:cNvSpPr txBox="1"/>
          <p:nvPr/>
        </p:nvSpPr>
        <p:spPr>
          <a:xfrm>
            <a:off x="-237446" y="1898396"/>
            <a:ext cx="1647307" cy="1615407"/>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600" b="1" dirty="0">
                <a:solidFill>
                  <a:schemeClr val="accent6"/>
                </a:solidFill>
                <a:latin typeface="Sora"/>
                <a:ea typeface="Sora"/>
                <a:cs typeface="Sora"/>
                <a:sym typeface="Sora"/>
              </a:rPr>
              <a:t>Pays moins développés écono-miquement</a:t>
            </a:r>
            <a:endParaRPr sz="1600" b="1" dirty="0">
              <a:solidFill>
                <a:schemeClr val="accent6"/>
              </a:solidFill>
              <a:latin typeface="Sora"/>
              <a:ea typeface="Sora"/>
              <a:cs typeface="Sora"/>
              <a:sym typeface="Sora"/>
            </a:endParaRPr>
          </a:p>
        </p:txBody>
      </p:sp>
    </p:spTree>
    <p:extLst>
      <p:ext uri="{BB962C8B-B14F-4D97-AF65-F5344CB8AC3E}">
        <p14:creationId xmlns:p14="http://schemas.microsoft.com/office/powerpoint/2010/main" val="32129596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17">
          <a:extLst>
            <a:ext uri="{FF2B5EF4-FFF2-40B4-BE49-F238E27FC236}">
              <a16:creationId xmlns:a16="http://schemas.microsoft.com/office/drawing/2014/main" id="{F359FE5E-44FC-9E25-4686-733F357C9E7F}"/>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A6B851F2-BFC0-E29A-F6F3-2B8FFDC63A69}"/>
              </a:ext>
            </a:extLst>
          </p:cNvPr>
          <p:cNvPicPr>
            <a:picLocks noChangeAspect="1"/>
          </p:cNvPicPr>
          <p:nvPr/>
        </p:nvPicPr>
        <p:blipFill>
          <a:blip r:embed="rId3"/>
          <a:stretch>
            <a:fillRect/>
          </a:stretch>
        </p:blipFill>
        <p:spPr>
          <a:xfrm>
            <a:off x="1594901" y="1017725"/>
            <a:ext cx="4371848" cy="3533576"/>
          </a:xfrm>
          <a:prstGeom prst="rect">
            <a:avLst/>
          </a:prstGeom>
        </p:spPr>
      </p:pic>
      <p:sp>
        <p:nvSpPr>
          <p:cNvPr id="2018" name="Google Shape;2018;p63">
            <a:extLst>
              <a:ext uri="{FF2B5EF4-FFF2-40B4-BE49-F238E27FC236}">
                <a16:creationId xmlns:a16="http://schemas.microsoft.com/office/drawing/2014/main" id="{10E090C9-BD1C-A9D8-6A04-E133BA04E79A}"/>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ACP : Projection des individus (2)</a:t>
            </a:r>
            <a:endParaRPr dirty="0"/>
          </a:p>
        </p:txBody>
      </p:sp>
      <p:sp>
        <p:nvSpPr>
          <p:cNvPr id="2021" name="Google Shape;2021;p63">
            <a:extLst>
              <a:ext uri="{FF2B5EF4-FFF2-40B4-BE49-F238E27FC236}">
                <a16:creationId xmlns:a16="http://schemas.microsoft.com/office/drawing/2014/main" id="{43657531-7D36-4973-52AA-A094F25D2BE8}"/>
              </a:ext>
            </a:extLst>
          </p:cNvPr>
          <p:cNvSpPr txBox="1"/>
          <p:nvPr/>
        </p:nvSpPr>
        <p:spPr>
          <a:xfrm>
            <a:off x="6088123" y="1276842"/>
            <a:ext cx="2722073" cy="1194187"/>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600" b="1" dirty="0">
                <a:solidFill>
                  <a:schemeClr val="accent4"/>
                </a:solidFill>
                <a:latin typeface="Sora"/>
                <a:ea typeface="Sora"/>
                <a:cs typeface="Sora"/>
                <a:sym typeface="Sora"/>
              </a:rPr>
              <a:t>Nombre d’habitants élevé et peu consommateurs</a:t>
            </a:r>
            <a:endParaRPr sz="1600" dirty="0">
              <a:solidFill>
                <a:schemeClr val="accent4"/>
              </a:solidFill>
              <a:latin typeface="Sora"/>
              <a:ea typeface="Sora"/>
              <a:cs typeface="Sora"/>
              <a:sym typeface="Sora"/>
            </a:endParaRPr>
          </a:p>
        </p:txBody>
      </p:sp>
      <p:sp>
        <p:nvSpPr>
          <p:cNvPr id="2" name="Google Shape;1318;p44">
            <a:extLst>
              <a:ext uri="{FF2B5EF4-FFF2-40B4-BE49-F238E27FC236}">
                <a16:creationId xmlns:a16="http://schemas.microsoft.com/office/drawing/2014/main" id="{8876BB84-391C-3D6C-2AFC-1D33496E50CC}"/>
              </a:ext>
            </a:extLst>
          </p:cNvPr>
          <p:cNvSpPr txBox="1">
            <a:spLocks/>
          </p:cNvSpPr>
          <p:nvPr/>
        </p:nvSpPr>
        <p:spPr>
          <a:xfrm>
            <a:off x="0" y="4815694"/>
            <a:ext cx="9144001" cy="327806"/>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400"/>
              <a:buFont typeface="Raleway"/>
              <a:buNone/>
              <a:defRPr sz="1200" b="0" i="0" u="none" strike="noStrike" cap="none">
                <a:solidFill>
                  <a:schemeClr val="dk1"/>
                </a:solidFill>
                <a:latin typeface="Raleway"/>
                <a:ea typeface="Raleway"/>
                <a:cs typeface="Raleway"/>
                <a:sym typeface="Raleway"/>
              </a:defRPr>
            </a:lvl1pPr>
            <a:lvl2pPr marL="914400" marR="0" lvl="1"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9pPr>
          </a:lstStyle>
          <a:p>
            <a:pPr marL="0" indent="0" algn="ctr"/>
            <a:r>
              <a:rPr lang="en-US" sz="1100" dirty="0" err="1">
                <a:solidFill>
                  <a:schemeClr val="bg1">
                    <a:lumMod val="50000"/>
                  </a:schemeClr>
                </a:solidFill>
              </a:rPr>
              <a:t>Contexte</a:t>
            </a:r>
            <a:r>
              <a:rPr lang="en-US" sz="1100" dirty="0">
                <a:solidFill>
                  <a:schemeClr val="bg1">
                    <a:lumMod val="50000"/>
                  </a:schemeClr>
                </a:solidFill>
              </a:rPr>
              <a:t> – </a:t>
            </a:r>
            <a:r>
              <a:rPr lang="en-US" sz="1100" dirty="0" err="1">
                <a:solidFill>
                  <a:schemeClr val="bg1">
                    <a:lumMod val="50000"/>
                  </a:schemeClr>
                </a:solidFill>
              </a:rPr>
              <a:t>Préparation</a:t>
            </a:r>
            <a:r>
              <a:rPr lang="en-US" sz="1100" dirty="0">
                <a:solidFill>
                  <a:schemeClr val="bg1">
                    <a:lumMod val="50000"/>
                  </a:schemeClr>
                </a:solidFill>
              </a:rPr>
              <a:t> des données – </a:t>
            </a:r>
            <a:r>
              <a:rPr lang="en-US" b="1" dirty="0">
                <a:solidFill>
                  <a:schemeClr val="bg1">
                    <a:lumMod val="50000"/>
                  </a:schemeClr>
                </a:solidFill>
              </a:rPr>
              <a:t>Exploration des données </a:t>
            </a:r>
            <a:r>
              <a:rPr lang="en-US" sz="1100" dirty="0">
                <a:solidFill>
                  <a:schemeClr val="bg1">
                    <a:lumMod val="50000"/>
                  </a:schemeClr>
                </a:solidFill>
              </a:rPr>
              <a:t>– </a:t>
            </a:r>
            <a:r>
              <a:rPr lang="en-US" sz="1100" dirty="0" err="1">
                <a:solidFill>
                  <a:schemeClr val="bg1">
                    <a:lumMod val="50000"/>
                  </a:schemeClr>
                </a:solidFill>
              </a:rPr>
              <a:t>Résultats</a:t>
            </a:r>
            <a:endParaRPr lang="en-US" sz="1100" dirty="0">
              <a:solidFill>
                <a:schemeClr val="bg1">
                  <a:lumMod val="50000"/>
                </a:schemeClr>
              </a:solidFill>
            </a:endParaRPr>
          </a:p>
        </p:txBody>
      </p:sp>
      <p:sp>
        <p:nvSpPr>
          <p:cNvPr id="6" name="Google Shape;2021;p63">
            <a:extLst>
              <a:ext uri="{FF2B5EF4-FFF2-40B4-BE49-F238E27FC236}">
                <a16:creationId xmlns:a16="http://schemas.microsoft.com/office/drawing/2014/main" id="{34B4A8AF-AC37-8634-75A8-3C53E50763D6}"/>
              </a:ext>
            </a:extLst>
          </p:cNvPr>
          <p:cNvSpPr txBox="1"/>
          <p:nvPr/>
        </p:nvSpPr>
        <p:spPr>
          <a:xfrm>
            <a:off x="5998565" y="3009224"/>
            <a:ext cx="1796569" cy="126827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600" b="1" dirty="0">
                <a:solidFill>
                  <a:schemeClr val="accent1"/>
                </a:solidFill>
                <a:latin typeface="Sora"/>
                <a:ea typeface="Sora"/>
                <a:cs typeface="Sora"/>
                <a:sym typeface="Sora"/>
              </a:rPr>
              <a:t>Moins peuplés, proches de la France</a:t>
            </a:r>
            <a:endParaRPr sz="1600" b="1" dirty="0">
              <a:solidFill>
                <a:schemeClr val="accent1"/>
              </a:solidFill>
              <a:latin typeface="Sora"/>
              <a:ea typeface="Sora"/>
              <a:cs typeface="Sora"/>
              <a:sym typeface="Sora"/>
            </a:endParaRPr>
          </a:p>
        </p:txBody>
      </p:sp>
      <p:sp>
        <p:nvSpPr>
          <p:cNvPr id="7" name="Ellipse 6">
            <a:extLst>
              <a:ext uri="{FF2B5EF4-FFF2-40B4-BE49-F238E27FC236}">
                <a16:creationId xmlns:a16="http://schemas.microsoft.com/office/drawing/2014/main" id="{1707A1CE-220E-99FA-0BB1-1F0E538838D5}"/>
              </a:ext>
            </a:extLst>
          </p:cNvPr>
          <p:cNvSpPr/>
          <p:nvPr/>
        </p:nvSpPr>
        <p:spPr>
          <a:xfrm>
            <a:off x="5433303" y="1590425"/>
            <a:ext cx="565262" cy="572700"/>
          </a:xfrm>
          <a:prstGeom prst="ellipse">
            <a:avLst/>
          </a:prstGeom>
          <a:solidFill>
            <a:schemeClr val="accent4">
              <a:alpha val="50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Google Shape;2021;p63">
            <a:extLst>
              <a:ext uri="{FF2B5EF4-FFF2-40B4-BE49-F238E27FC236}">
                <a16:creationId xmlns:a16="http://schemas.microsoft.com/office/drawing/2014/main" id="{9560F6B7-8D10-7940-F7F2-1B14C08729EA}"/>
              </a:ext>
            </a:extLst>
          </p:cNvPr>
          <p:cNvSpPr txBox="1"/>
          <p:nvPr/>
        </p:nvSpPr>
        <p:spPr>
          <a:xfrm>
            <a:off x="-52406" y="1873935"/>
            <a:ext cx="1647307" cy="1615407"/>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600" b="1" dirty="0">
                <a:solidFill>
                  <a:schemeClr val="tx1"/>
                </a:solidFill>
                <a:latin typeface="Sora"/>
                <a:ea typeface="Sora"/>
                <a:cs typeface="Sora"/>
                <a:sym typeface="Sora"/>
              </a:rPr>
              <a:t>Moins peuplé, éloigné de la France</a:t>
            </a:r>
            <a:endParaRPr sz="1600" b="1" dirty="0">
              <a:solidFill>
                <a:schemeClr val="tx1"/>
              </a:solidFill>
              <a:latin typeface="Sora"/>
              <a:ea typeface="Sora"/>
              <a:cs typeface="Sora"/>
              <a:sym typeface="Sora"/>
            </a:endParaRPr>
          </a:p>
        </p:txBody>
      </p:sp>
      <p:sp>
        <p:nvSpPr>
          <p:cNvPr id="11" name="Ellipse 10">
            <a:extLst>
              <a:ext uri="{FF2B5EF4-FFF2-40B4-BE49-F238E27FC236}">
                <a16:creationId xmlns:a16="http://schemas.microsoft.com/office/drawing/2014/main" id="{3B911EDF-16AD-8D17-DBE1-3683F8ACC0B5}"/>
              </a:ext>
            </a:extLst>
          </p:cNvPr>
          <p:cNvSpPr/>
          <p:nvPr/>
        </p:nvSpPr>
        <p:spPr>
          <a:xfrm>
            <a:off x="3958980" y="1612046"/>
            <a:ext cx="565262" cy="572700"/>
          </a:xfrm>
          <a:prstGeom prst="ellipse">
            <a:avLst/>
          </a:prstGeom>
          <a:solidFill>
            <a:schemeClr val="accent1">
              <a:alpha val="50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Ellipse 11">
            <a:extLst>
              <a:ext uri="{FF2B5EF4-FFF2-40B4-BE49-F238E27FC236}">
                <a16:creationId xmlns:a16="http://schemas.microsoft.com/office/drawing/2014/main" id="{AAA0CBF8-0E81-9D86-46D3-A8AC242928DB}"/>
              </a:ext>
            </a:extLst>
          </p:cNvPr>
          <p:cNvSpPr/>
          <p:nvPr/>
        </p:nvSpPr>
        <p:spPr>
          <a:xfrm>
            <a:off x="3030264" y="1096270"/>
            <a:ext cx="878195" cy="276643"/>
          </a:xfrm>
          <a:prstGeom prst="ellipse">
            <a:avLst/>
          </a:prstGeom>
          <a:solidFill>
            <a:schemeClr val="tx1">
              <a:alpha val="50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0956121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90">
          <a:extLst>
            <a:ext uri="{FF2B5EF4-FFF2-40B4-BE49-F238E27FC236}">
              <a16:creationId xmlns:a16="http://schemas.microsoft.com/office/drawing/2014/main" id="{B22D9717-D35A-DA30-7F92-B631BB8E40EB}"/>
            </a:ext>
          </a:extLst>
        </p:cNvPr>
        <p:cNvGrpSpPr/>
        <p:nvPr/>
      </p:nvGrpSpPr>
      <p:grpSpPr>
        <a:xfrm>
          <a:off x="0" y="0"/>
          <a:ext cx="0" cy="0"/>
          <a:chOff x="0" y="0"/>
          <a:chExt cx="0" cy="0"/>
        </a:xfrm>
      </p:grpSpPr>
      <p:sp>
        <p:nvSpPr>
          <p:cNvPr id="1293" name="Google Shape;1293;p43">
            <a:extLst>
              <a:ext uri="{FF2B5EF4-FFF2-40B4-BE49-F238E27FC236}">
                <a16:creationId xmlns:a16="http://schemas.microsoft.com/office/drawing/2014/main" id="{66D2272E-006E-9032-07F3-23C46E0F4936}"/>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 dirty="0"/>
              <a:t>Clustering : Choix du nombre de groupes</a:t>
            </a:r>
            <a:endParaRPr dirty="0"/>
          </a:p>
        </p:txBody>
      </p:sp>
      <p:sp>
        <p:nvSpPr>
          <p:cNvPr id="1296" name="Google Shape;1296;p43">
            <a:extLst>
              <a:ext uri="{FF2B5EF4-FFF2-40B4-BE49-F238E27FC236}">
                <a16:creationId xmlns:a16="http://schemas.microsoft.com/office/drawing/2014/main" id="{24731777-AFC4-78C2-2330-503B7E7BDF2C}"/>
              </a:ext>
            </a:extLst>
          </p:cNvPr>
          <p:cNvSpPr txBox="1">
            <a:spLocks noGrp="1"/>
          </p:cNvSpPr>
          <p:nvPr>
            <p:ph type="subTitle" idx="3"/>
          </p:nvPr>
        </p:nvSpPr>
        <p:spPr>
          <a:xfrm>
            <a:off x="1822713" y="1142722"/>
            <a:ext cx="1404791" cy="558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fr-FR" dirty="0"/>
              <a:t>K</a:t>
            </a:r>
            <a:r>
              <a:rPr lang="en" dirty="0"/>
              <a:t>-means</a:t>
            </a:r>
            <a:endParaRPr dirty="0"/>
          </a:p>
        </p:txBody>
      </p:sp>
      <p:sp>
        <p:nvSpPr>
          <p:cNvPr id="1297" name="Google Shape;1297;p43">
            <a:extLst>
              <a:ext uri="{FF2B5EF4-FFF2-40B4-BE49-F238E27FC236}">
                <a16:creationId xmlns:a16="http://schemas.microsoft.com/office/drawing/2014/main" id="{134FC8B7-BD50-6D7B-E601-E8032EB0B47B}"/>
              </a:ext>
            </a:extLst>
          </p:cNvPr>
          <p:cNvSpPr txBox="1">
            <a:spLocks noGrp="1"/>
          </p:cNvSpPr>
          <p:nvPr>
            <p:ph type="subTitle" idx="4"/>
          </p:nvPr>
        </p:nvSpPr>
        <p:spPr>
          <a:xfrm>
            <a:off x="6660964" y="1142722"/>
            <a:ext cx="831053" cy="558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CAH</a:t>
            </a:r>
            <a:endParaRPr dirty="0"/>
          </a:p>
        </p:txBody>
      </p:sp>
      <p:sp>
        <p:nvSpPr>
          <p:cNvPr id="2" name="Google Shape;1318;p44">
            <a:extLst>
              <a:ext uri="{FF2B5EF4-FFF2-40B4-BE49-F238E27FC236}">
                <a16:creationId xmlns:a16="http://schemas.microsoft.com/office/drawing/2014/main" id="{07CFC0C2-346E-5F11-D2E2-CB2D96510412}"/>
              </a:ext>
            </a:extLst>
          </p:cNvPr>
          <p:cNvSpPr txBox="1">
            <a:spLocks/>
          </p:cNvSpPr>
          <p:nvPr/>
        </p:nvSpPr>
        <p:spPr>
          <a:xfrm>
            <a:off x="0" y="4815694"/>
            <a:ext cx="9144001" cy="327806"/>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400"/>
              <a:buFont typeface="Raleway"/>
              <a:buNone/>
              <a:defRPr sz="1200" b="0" i="0" u="none" strike="noStrike" cap="none">
                <a:solidFill>
                  <a:schemeClr val="dk1"/>
                </a:solidFill>
                <a:latin typeface="Raleway"/>
                <a:ea typeface="Raleway"/>
                <a:cs typeface="Raleway"/>
                <a:sym typeface="Raleway"/>
              </a:defRPr>
            </a:lvl1pPr>
            <a:lvl2pPr marL="914400" marR="0" lvl="1"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9pPr>
          </a:lstStyle>
          <a:p>
            <a:pPr marL="0" indent="0" algn="ctr"/>
            <a:r>
              <a:rPr lang="en-US" sz="1100" dirty="0" err="1">
                <a:solidFill>
                  <a:schemeClr val="bg1">
                    <a:lumMod val="50000"/>
                  </a:schemeClr>
                </a:solidFill>
              </a:rPr>
              <a:t>Contexte</a:t>
            </a:r>
            <a:r>
              <a:rPr lang="en-US" sz="1100" dirty="0">
                <a:solidFill>
                  <a:schemeClr val="bg1">
                    <a:lumMod val="50000"/>
                  </a:schemeClr>
                </a:solidFill>
              </a:rPr>
              <a:t> – </a:t>
            </a:r>
            <a:r>
              <a:rPr lang="en-US" sz="1100" dirty="0" err="1">
                <a:solidFill>
                  <a:schemeClr val="bg1">
                    <a:lumMod val="50000"/>
                  </a:schemeClr>
                </a:solidFill>
              </a:rPr>
              <a:t>Préparation</a:t>
            </a:r>
            <a:r>
              <a:rPr lang="en-US" sz="1100" dirty="0">
                <a:solidFill>
                  <a:schemeClr val="bg1">
                    <a:lumMod val="50000"/>
                  </a:schemeClr>
                </a:solidFill>
              </a:rPr>
              <a:t> des données – </a:t>
            </a:r>
            <a:r>
              <a:rPr lang="en-US" b="1" dirty="0">
                <a:solidFill>
                  <a:schemeClr val="bg1">
                    <a:lumMod val="50000"/>
                  </a:schemeClr>
                </a:solidFill>
              </a:rPr>
              <a:t>Exploration des données </a:t>
            </a:r>
            <a:r>
              <a:rPr lang="en-US" sz="1100" dirty="0">
                <a:solidFill>
                  <a:schemeClr val="bg1">
                    <a:lumMod val="50000"/>
                  </a:schemeClr>
                </a:solidFill>
              </a:rPr>
              <a:t>– </a:t>
            </a:r>
            <a:r>
              <a:rPr lang="en-US" sz="1100" dirty="0" err="1">
                <a:solidFill>
                  <a:schemeClr val="bg1">
                    <a:lumMod val="50000"/>
                  </a:schemeClr>
                </a:solidFill>
              </a:rPr>
              <a:t>Résultats</a:t>
            </a:r>
            <a:endParaRPr lang="en-US" sz="1100" dirty="0">
              <a:solidFill>
                <a:schemeClr val="bg1">
                  <a:lumMod val="50000"/>
                </a:schemeClr>
              </a:solidFill>
            </a:endParaRPr>
          </a:p>
        </p:txBody>
      </p:sp>
      <p:pic>
        <p:nvPicPr>
          <p:cNvPr id="8" name="Image 7">
            <a:extLst>
              <a:ext uri="{FF2B5EF4-FFF2-40B4-BE49-F238E27FC236}">
                <a16:creationId xmlns:a16="http://schemas.microsoft.com/office/drawing/2014/main" id="{CD91F196-F10D-746C-40A4-A0464D292E6D}"/>
              </a:ext>
            </a:extLst>
          </p:cNvPr>
          <p:cNvPicPr>
            <a:picLocks noChangeAspect="1"/>
          </p:cNvPicPr>
          <p:nvPr/>
        </p:nvPicPr>
        <p:blipFill>
          <a:blip r:embed="rId3"/>
          <a:stretch>
            <a:fillRect/>
          </a:stretch>
        </p:blipFill>
        <p:spPr>
          <a:xfrm>
            <a:off x="562718" y="1701622"/>
            <a:ext cx="3924783" cy="2085764"/>
          </a:xfrm>
          <a:prstGeom prst="rect">
            <a:avLst/>
          </a:prstGeom>
        </p:spPr>
      </p:pic>
      <p:pic>
        <p:nvPicPr>
          <p:cNvPr id="10" name="Image 9">
            <a:extLst>
              <a:ext uri="{FF2B5EF4-FFF2-40B4-BE49-F238E27FC236}">
                <a16:creationId xmlns:a16="http://schemas.microsoft.com/office/drawing/2014/main" id="{3F111D1E-7930-075C-B7C1-590A718C1E05}"/>
              </a:ext>
            </a:extLst>
          </p:cNvPr>
          <p:cNvPicPr>
            <a:picLocks noChangeAspect="1"/>
          </p:cNvPicPr>
          <p:nvPr/>
        </p:nvPicPr>
        <p:blipFill>
          <a:blip r:embed="rId4"/>
          <a:stretch>
            <a:fillRect/>
          </a:stretch>
        </p:blipFill>
        <p:spPr>
          <a:xfrm>
            <a:off x="5428558" y="1701622"/>
            <a:ext cx="3295864" cy="2272222"/>
          </a:xfrm>
          <a:prstGeom prst="rect">
            <a:avLst/>
          </a:prstGeom>
        </p:spPr>
      </p:pic>
      <p:sp>
        <p:nvSpPr>
          <p:cNvPr id="11" name="Ellipse 10">
            <a:extLst>
              <a:ext uri="{FF2B5EF4-FFF2-40B4-BE49-F238E27FC236}">
                <a16:creationId xmlns:a16="http://schemas.microsoft.com/office/drawing/2014/main" id="{32E0ED1A-E0D6-07CA-4131-D12F33699327}"/>
              </a:ext>
            </a:extLst>
          </p:cNvPr>
          <p:cNvSpPr/>
          <p:nvPr/>
        </p:nvSpPr>
        <p:spPr>
          <a:xfrm>
            <a:off x="1353918" y="2445136"/>
            <a:ext cx="141454" cy="156610"/>
          </a:xfrm>
          <a:prstGeom prst="ellipse">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Ellipse 11">
            <a:extLst>
              <a:ext uri="{FF2B5EF4-FFF2-40B4-BE49-F238E27FC236}">
                <a16:creationId xmlns:a16="http://schemas.microsoft.com/office/drawing/2014/main" id="{D9929A6A-CA4C-9ED0-F4E7-21D2F88337A7}"/>
              </a:ext>
            </a:extLst>
          </p:cNvPr>
          <p:cNvSpPr/>
          <p:nvPr/>
        </p:nvSpPr>
        <p:spPr>
          <a:xfrm>
            <a:off x="2587432" y="3117886"/>
            <a:ext cx="141454" cy="156610"/>
          </a:xfrm>
          <a:prstGeom prst="ellipse">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4" name="Connecteur droit 13">
            <a:extLst>
              <a:ext uri="{FF2B5EF4-FFF2-40B4-BE49-F238E27FC236}">
                <a16:creationId xmlns:a16="http://schemas.microsoft.com/office/drawing/2014/main" id="{C35E7B42-C49C-25D3-C745-6466D4112493}"/>
              </a:ext>
            </a:extLst>
          </p:cNvPr>
          <p:cNvCxnSpPr/>
          <p:nvPr/>
        </p:nvCxnSpPr>
        <p:spPr>
          <a:xfrm>
            <a:off x="5673322" y="2086449"/>
            <a:ext cx="3010952"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5FAA5CA7-B43E-5FF5-372F-1F3969384D8D}"/>
              </a:ext>
            </a:extLst>
          </p:cNvPr>
          <p:cNvCxnSpPr/>
          <p:nvPr/>
        </p:nvCxnSpPr>
        <p:spPr>
          <a:xfrm>
            <a:off x="5673322" y="2632899"/>
            <a:ext cx="3010952"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6" name="Google Shape;1678;p52">
            <a:extLst>
              <a:ext uri="{FF2B5EF4-FFF2-40B4-BE49-F238E27FC236}">
                <a16:creationId xmlns:a16="http://schemas.microsoft.com/office/drawing/2014/main" id="{FC6DDE89-B21A-00A5-6CF1-DB50AE0CE670}"/>
              </a:ext>
            </a:extLst>
          </p:cNvPr>
          <p:cNvSpPr txBox="1">
            <a:spLocks/>
          </p:cNvSpPr>
          <p:nvPr/>
        </p:nvSpPr>
        <p:spPr>
          <a:xfrm>
            <a:off x="2123438" y="4184938"/>
            <a:ext cx="4897124" cy="572690"/>
          </a:xfrm>
          <a:prstGeom prst="rect">
            <a:avLst/>
          </a:prstGeom>
          <a:solidFill>
            <a:schemeClr val="accent3"/>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Sora"/>
              <a:buNone/>
              <a:defRPr sz="2000" b="1" i="0" u="none" strike="noStrike" cap="none">
                <a:solidFill>
                  <a:schemeClr val="dk1"/>
                </a:solidFill>
                <a:latin typeface="Sora"/>
                <a:ea typeface="Sora"/>
                <a:cs typeface="Sora"/>
                <a:sym typeface="Sora"/>
              </a:defRPr>
            </a:lvl1pPr>
            <a:lvl2pPr marL="914400" marR="0" lvl="1" indent="-304800" algn="ctr" rtl="0">
              <a:lnSpc>
                <a:spcPct val="100000"/>
              </a:lnSpc>
              <a:spcBef>
                <a:spcPts val="0"/>
              </a:spcBef>
              <a:spcAft>
                <a:spcPts val="0"/>
              </a:spcAft>
              <a:buClr>
                <a:schemeClr val="dk1"/>
              </a:buClr>
              <a:buSzPts val="2400"/>
              <a:buFont typeface="Sora"/>
              <a:buNone/>
              <a:defRPr sz="2400" b="0" i="0" u="none" strike="noStrike" cap="none">
                <a:solidFill>
                  <a:schemeClr val="dk1"/>
                </a:solidFill>
                <a:latin typeface="Sora"/>
                <a:ea typeface="Sora"/>
                <a:cs typeface="Sora"/>
                <a:sym typeface="Sora"/>
              </a:defRPr>
            </a:lvl2pPr>
            <a:lvl3pPr marL="1371600" marR="0" lvl="2" indent="-304800" algn="ctr" rtl="0">
              <a:lnSpc>
                <a:spcPct val="100000"/>
              </a:lnSpc>
              <a:spcBef>
                <a:spcPts val="0"/>
              </a:spcBef>
              <a:spcAft>
                <a:spcPts val="0"/>
              </a:spcAft>
              <a:buClr>
                <a:schemeClr val="dk1"/>
              </a:buClr>
              <a:buSzPts val="2400"/>
              <a:buFont typeface="Sora"/>
              <a:buNone/>
              <a:defRPr sz="2400" b="0" i="0" u="none" strike="noStrike" cap="none">
                <a:solidFill>
                  <a:schemeClr val="dk1"/>
                </a:solidFill>
                <a:latin typeface="Sora"/>
                <a:ea typeface="Sora"/>
                <a:cs typeface="Sora"/>
                <a:sym typeface="Sora"/>
              </a:defRPr>
            </a:lvl3pPr>
            <a:lvl4pPr marL="1828800" marR="0" lvl="3" indent="-304800" algn="ctr" rtl="0">
              <a:lnSpc>
                <a:spcPct val="100000"/>
              </a:lnSpc>
              <a:spcBef>
                <a:spcPts val="0"/>
              </a:spcBef>
              <a:spcAft>
                <a:spcPts val="0"/>
              </a:spcAft>
              <a:buClr>
                <a:schemeClr val="dk1"/>
              </a:buClr>
              <a:buSzPts val="2400"/>
              <a:buFont typeface="Sora"/>
              <a:buNone/>
              <a:defRPr sz="2400" b="0" i="0" u="none" strike="noStrike" cap="none">
                <a:solidFill>
                  <a:schemeClr val="dk1"/>
                </a:solidFill>
                <a:latin typeface="Sora"/>
                <a:ea typeface="Sora"/>
                <a:cs typeface="Sora"/>
                <a:sym typeface="Sora"/>
              </a:defRPr>
            </a:lvl4pPr>
            <a:lvl5pPr marL="2286000" marR="0" lvl="4" indent="-304800" algn="ctr" rtl="0">
              <a:lnSpc>
                <a:spcPct val="100000"/>
              </a:lnSpc>
              <a:spcBef>
                <a:spcPts val="0"/>
              </a:spcBef>
              <a:spcAft>
                <a:spcPts val="0"/>
              </a:spcAft>
              <a:buClr>
                <a:schemeClr val="dk1"/>
              </a:buClr>
              <a:buSzPts val="2400"/>
              <a:buFont typeface="Sora"/>
              <a:buNone/>
              <a:defRPr sz="2400" b="0" i="0" u="none" strike="noStrike" cap="none">
                <a:solidFill>
                  <a:schemeClr val="dk1"/>
                </a:solidFill>
                <a:latin typeface="Sora"/>
                <a:ea typeface="Sora"/>
                <a:cs typeface="Sora"/>
                <a:sym typeface="Sora"/>
              </a:defRPr>
            </a:lvl5pPr>
            <a:lvl6pPr marL="2743200" marR="0" lvl="5" indent="-304800" algn="ctr" rtl="0">
              <a:lnSpc>
                <a:spcPct val="100000"/>
              </a:lnSpc>
              <a:spcBef>
                <a:spcPts val="0"/>
              </a:spcBef>
              <a:spcAft>
                <a:spcPts val="0"/>
              </a:spcAft>
              <a:buClr>
                <a:schemeClr val="dk1"/>
              </a:buClr>
              <a:buSzPts val="2400"/>
              <a:buFont typeface="Sora"/>
              <a:buNone/>
              <a:defRPr sz="2400" b="0" i="0" u="none" strike="noStrike" cap="none">
                <a:solidFill>
                  <a:schemeClr val="dk1"/>
                </a:solidFill>
                <a:latin typeface="Sora"/>
                <a:ea typeface="Sora"/>
                <a:cs typeface="Sora"/>
                <a:sym typeface="Sora"/>
              </a:defRPr>
            </a:lvl6pPr>
            <a:lvl7pPr marL="3200400" marR="0" lvl="6" indent="-304800" algn="ctr" rtl="0">
              <a:lnSpc>
                <a:spcPct val="100000"/>
              </a:lnSpc>
              <a:spcBef>
                <a:spcPts val="0"/>
              </a:spcBef>
              <a:spcAft>
                <a:spcPts val="0"/>
              </a:spcAft>
              <a:buClr>
                <a:schemeClr val="dk1"/>
              </a:buClr>
              <a:buSzPts val="2400"/>
              <a:buFont typeface="Sora"/>
              <a:buNone/>
              <a:defRPr sz="2400" b="0" i="0" u="none" strike="noStrike" cap="none">
                <a:solidFill>
                  <a:schemeClr val="dk1"/>
                </a:solidFill>
                <a:latin typeface="Sora"/>
                <a:ea typeface="Sora"/>
                <a:cs typeface="Sora"/>
                <a:sym typeface="Sora"/>
              </a:defRPr>
            </a:lvl7pPr>
            <a:lvl8pPr marL="3657600" marR="0" lvl="7" indent="-304800" algn="ctr" rtl="0">
              <a:lnSpc>
                <a:spcPct val="100000"/>
              </a:lnSpc>
              <a:spcBef>
                <a:spcPts val="0"/>
              </a:spcBef>
              <a:spcAft>
                <a:spcPts val="0"/>
              </a:spcAft>
              <a:buClr>
                <a:schemeClr val="dk1"/>
              </a:buClr>
              <a:buSzPts val="2400"/>
              <a:buFont typeface="Sora"/>
              <a:buNone/>
              <a:defRPr sz="2400" b="0" i="0" u="none" strike="noStrike" cap="none">
                <a:solidFill>
                  <a:schemeClr val="dk1"/>
                </a:solidFill>
                <a:latin typeface="Sora"/>
                <a:ea typeface="Sora"/>
                <a:cs typeface="Sora"/>
                <a:sym typeface="Sora"/>
              </a:defRPr>
            </a:lvl8pPr>
            <a:lvl9pPr marL="4114800" marR="0" lvl="8" indent="-304800" algn="ctr" rtl="0">
              <a:lnSpc>
                <a:spcPct val="100000"/>
              </a:lnSpc>
              <a:spcBef>
                <a:spcPts val="0"/>
              </a:spcBef>
              <a:spcAft>
                <a:spcPts val="0"/>
              </a:spcAft>
              <a:buClr>
                <a:schemeClr val="dk1"/>
              </a:buClr>
              <a:buSzPts val="2400"/>
              <a:buFont typeface="Sora"/>
              <a:buNone/>
              <a:defRPr sz="2400" b="0" i="0" u="none" strike="noStrike" cap="none">
                <a:solidFill>
                  <a:schemeClr val="dk1"/>
                </a:solidFill>
                <a:latin typeface="Sora"/>
                <a:ea typeface="Sora"/>
                <a:cs typeface="Sora"/>
                <a:sym typeface="Sora"/>
              </a:defRPr>
            </a:lvl9pPr>
          </a:lstStyle>
          <a:p>
            <a:pPr marL="0" indent="0" algn="ctr"/>
            <a:r>
              <a:rPr lang="fr-FR" dirty="0"/>
              <a:t>5 groupes : </a:t>
            </a:r>
            <a:r>
              <a:rPr lang="fr-FR" b="0" dirty="0"/>
              <a:t>pertinence business</a:t>
            </a:r>
          </a:p>
        </p:txBody>
      </p:sp>
    </p:spTree>
    <p:extLst>
      <p:ext uri="{BB962C8B-B14F-4D97-AF65-F5344CB8AC3E}">
        <p14:creationId xmlns:p14="http://schemas.microsoft.com/office/powerpoint/2010/main" val="20169271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17">
          <a:extLst>
            <a:ext uri="{FF2B5EF4-FFF2-40B4-BE49-F238E27FC236}">
              <a16:creationId xmlns:a16="http://schemas.microsoft.com/office/drawing/2014/main" id="{BC0DA2E8-5201-EC1B-45D8-7CB9AAB07303}"/>
            </a:ext>
          </a:extLst>
        </p:cNvPr>
        <p:cNvGrpSpPr/>
        <p:nvPr/>
      </p:nvGrpSpPr>
      <p:grpSpPr>
        <a:xfrm>
          <a:off x="0" y="0"/>
          <a:ext cx="0" cy="0"/>
          <a:chOff x="0" y="0"/>
          <a:chExt cx="0" cy="0"/>
        </a:xfrm>
      </p:grpSpPr>
      <p:sp>
        <p:nvSpPr>
          <p:cNvPr id="2018" name="Google Shape;2018;p63">
            <a:extLst>
              <a:ext uri="{FF2B5EF4-FFF2-40B4-BE49-F238E27FC236}">
                <a16:creationId xmlns:a16="http://schemas.microsoft.com/office/drawing/2014/main" id="{009F64EA-9564-48B6-6CC1-BC0359D83E82}"/>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Clustering : Comparaison des groupes</a:t>
            </a:r>
            <a:endParaRPr dirty="0"/>
          </a:p>
        </p:txBody>
      </p:sp>
      <p:sp>
        <p:nvSpPr>
          <p:cNvPr id="2021" name="Google Shape;2021;p63">
            <a:extLst>
              <a:ext uri="{FF2B5EF4-FFF2-40B4-BE49-F238E27FC236}">
                <a16:creationId xmlns:a16="http://schemas.microsoft.com/office/drawing/2014/main" id="{FF2C9E6D-ABAD-E11C-2773-2EAEB70F47CF}"/>
              </a:ext>
            </a:extLst>
          </p:cNvPr>
          <p:cNvSpPr txBox="1"/>
          <p:nvPr/>
        </p:nvSpPr>
        <p:spPr>
          <a:xfrm>
            <a:off x="6771876" y="1861209"/>
            <a:ext cx="2584397" cy="1772808"/>
          </a:xfrm>
          <a:prstGeom prst="rect">
            <a:avLst/>
          </a:prstGeom>
          <a:noFill/>
          <a:ln>
            <a:noFill/>
          </a:ln>
        </p:spPr>
        <p:txBody>
          <a:bodyPr spcFirstLastPara="1" wrap="square" lIns="91425" tIns="91425" rIns="91425" bIns="91425" anchor="ctr" anchorCtr="0">
            <a:noAutofit/>
          </a:bodyPr>
          <a:lstStyle/>
          <a:p>
            <a:pPr marL="285750" lvl="0" indent="-285750" algn="l" rtl="0">
              <a:spcBef>
                <a:spcPts val="0"/>
              </a:spcBef>
              <a:spcAft>
                <a:spcPts val="0"/>
              </a:spcAft>
              <a:buFont typeface="Wingdings" panose="05000000000000000000" pitchFamily="2" charset="2"/>
              <a:buChar char="v"/>
            </a:pPr>
            <a:r>
              <a:rPr lang="en" sz="1600" dirty="0">
                <a:solidFill>
                  <a:schemeClr val="tx1"/>
                </a:solidFill>
                <a:latin typeface="Sora"/>
                <a:ea typeface="Sora"/>
                <a:cs typeface="Sora"/>
                <a:sym typeface="Sora"/>
              </a:rPr>
              <a:t>2 groupes en commun</a:t>
            </a:r>
          </a:p>
          <a:p>
            <a:pPr lvl="0" algn="l" rtl="0">
              <a:spcBef>
                <a:spcPts val="0"/>
              </a:spcBef>
              <a:spcAft>
                <a:spcPts val="0"/>
              </a:spcAft>
            </a:pPr>
            <a:endParaRPr lang="en" sz="1600" dirty="0">
              <a:solidFill>
                <a:schemeClr val="tx1"/>
              </a:solidFill>
              <a:latin typeface="Sora"/>
              <a:ea typeface="Sora"/>
              <a:cs typeface="Sora"/>
              <a:sym typeface="Sora"/>
            </a:endParaRPr>
          </a:p>
          <a:p>
            <a:pPr marL="285750" lvl="0" indent="-285750" algn="l" rtl="0">
              <a:spcBef>
                <a:spcPts val="0"/>
              </a:spcBef>
              <a:spcAft>
                <a:spcPts val="0"/>
              </a:spcAft>
              <a:buFont typeface="Wingdings" panose="05000000000000000000" pitchFamily="2" charset="2"/>
              <a:buChar char="v"/>
            </a:pPr>
            <a:r>
              <a:rPr lang="en" sz="1600" dirty="0">
                <a:solidFill>
                  <a:schemeClr val="tx1"/>
                </a:solidFill>
                <a:latin typeface="Sora"/>
                <a:ea typeface="Sora"/>
                <a:cs typeface="Sora"/>
                <a:sym typeface="Sora"/>
              </a:rPr>
              <a:t>3 groupes avec répartition différentes</a:t>
            </a:r>
            <a:endParaRPr sz="1600" dirty="0">
              <a:solidFill>
                <a:schemeClr val="tx1"/>
              </a:solidFill>
              <a:latin typeface="Sora"/>
              <a:ea typeface="Sora"/>
              <a:cs typeface="Sora"/>
              <a:sym typeface="Sora"/>
            </a:endParaRPr>
          </a:p>
        </p:txBody>
      </p:sp>
      <p:sp>
        <p:nvSpPr>
          <p:cNvPr id="2" name="Google Shape;1318;p44">
            <a:extLst>
              <a:ext uri="{FF2B5EF4-FFF2-40B4-BE49-F238E27FC236}">
                <a16:creationId xmlns:a16="http://schemas.microsoft.com/office/drawing/2014/main" id="{44B5118E-CE4B-180A-66EC-B91D188417D3}"/>
              </a:ext>
            </a:extLst>
          </p:cNvPr>
          <p:cNvSpPr txBox="1">
            <a:spLocks/>
          </p:cNvSpPr>
          <p:nvPr/>
        </p:nvSpPr>
        <p:spPr>
          <a:xfrm>
            <a:off x="0" y="4815694"/>
            <a:ext cx="9144001" cy="327806"/>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400"/>
              <a:buFont typeface="Raleway"/>
              <a:buNone/>
              <a:defRPr sz="1200" b="0" i="0" u="none" strike="noStrike" cap="none">
                <a:solidFill>
                  <a:schemeClr val="dk1"/>
                </a:solidFill>
                <a:latin typeface="Raleway"/>
                <a:ea typeface="Raleway"/>
                <a:cs typeface="Raleway"/>
                <a:sym typeface="Raleway"/>
              </a:defRPr>
            </a:lvl1pPr>
            <a:lvl2pPr marL="914400" marR="0" lvl="1"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9pPr>
          </a:lstStyle>
          <a:p>
            <a:pPr marL="0" indent="0" algn="ctr"/>
            <a:r>
              <a:rPr lang="en-US" sz="1100" dirty="0" err="1">
                <a:solidFill>
                  <a:schemeClr val="bg1">
                    <a:lumMod val="50000"/>
                  </a:schemeClr>
                </a:solidFill>
              </a:rPr>
              <a:t>Contexte</a:t>
            </a:r>
            <a:r>
              <a:rPr lang="en-US" sz="1100" dirty="0">
                <a:solidFill>
                  <a:schemeClr val="bg1">
                    <a:lumMod val="50000"/>
                  </a:schemeClr>
                </a:solidFill>
              </a:rPr>
              <a:t> – </a:t>
            </a:r>
            <a:r>
              <a:rPr lang="en-US" sz="1100" dirty="0" err="1">
                <a:solidFill>
                  <a:schemeClr val="bg1">
                    <a:lumMod val="50000"/>
                  </a:schemeClr>
                </a:solidFill>
              </a:rPr>
              <a:t>Préparation</a:t>
            </a:r>
            <a:r>
              <a:rPr lang="en-US" sz="1100" dirty="0">
                <a:solidFill>
                  <a:schemeClr val="bg1">
                    <a:lumMod val="50000"/>
                  </a:schemeClr>
                </a:solidFill>
              </a:rPr>
              <a:t> des données – </a:t>
            </a:r>
            <a:r>
              <a:rPr lang="en-US" b="1" dirty="0">
                <a:solidFill>
                  <a:schemeClr val="bg1">
                    <a:lumMod val="50000"/>
                  </a:schemeClr>
                </a:solidFill>
              </a:rPr>
              <a:t>Exploration des données </a:t>
            </a:r>
            <a:r>
              <a:rPr lang="en-US" sz="1100" dirty="0">
                <a:solidFill>
                  <a:schemeClr val="bg1">
                    <a:lumMod val="50000"/>
                  </a:schemeClr>
                </a:solidFill>
              </a:rPr>
              <a:t>– </a:t>
            </a:r>
            <a:r>
              <a:rPr lang="en-US" sz="1100" dirty="0" err="1">
                <a:solidFill>
                  <a:schemeClr val="bg1">
                    <a:lumMod val="50000"/>
                  </a:schemeClr>
                </a:solidFill>
              </a:rPr>
              <a:t>Résultats</a:t>
            </a:r>
            <a:endParaRPr lang="en-US" sz="1100" dirty="0">
              <a:solidFill>
                <a:schemeClr val="bg1">
                  <a:lumMod val="50000"/>
                </a:schemeClr>
              </a:solidFill>
            </a:endParaRPr>
          </a:p>
        </p:txBody>
      </p:sp>
      <p:graphicFrame>
        <p:nvGraphicFramePr>
          <p:cNvPr id="3" name="Tableau 2">
            <a:extLst>
              <a:ext uri="{FF2B5EF4-FFF2-40B4-BE49-F238E27FC236}">
                <a16:creationId xmlns:a16="http://schemas.microsoft.com/office/drawing/2014/main" id="{C19D7BEE-42D4-078F-DB02-9761FF26421F}"/>
              </a:ext>
            </a:extLst>
          </p:cNvPr>
          <p:cNvGraphicFramePr>
            <a:graphicFrameLocks noGrp="1"/>
          </p:cNvGraphicFramePr>
          <p:nvPr>
            <p:extLst>
              <p:ext uri="{D42A27DB-BD31-4B8C-83A1-F6EECF244321}">
                <p14:modId xmlns:p14="http://schemas.microsoft.com/office/powerpoint/2010/main" val="835818846"/>
              </p:ext>
            </p:extLst>
          </p:nvPr>
        </p:nvGraphicFramePr>
        <p:xfrm>
          <a:off x="675876" y="1635093"/>
          <a:ext cx="6096000" cy="2225040"/>
        </p:xfrm>
        <a:graphic>
          <a:graphicData uri="http://schemas.openxmlformats.org/drawingml/2006/table">
            <a:tbl>
              <a:tblPr firstRow="1" bandRow="1">
                <a:tableStyleId>{93296810-A885-4BE3-A3E7-6D5BEEA58F35}</a:tableStyleId>
              </a:tblPr>
              <a:tblGrid>
                <a:gridCol w="1016000">
                  <a:extLst>
                    <a:ext uri="{9D8B030D-6E8A-4147-A177-3AD203B41FA5}">
                      <a16:colId xmlns:a16="http://schemas.microsoft.com/office/drawing/2014/main" val="2136510287"/>
                    </a:ext>
                  </a:extLst>
                </a:gridCol>
                <a:gridCol w="1016000">
                  <a:extLst>
                    <a:ext uri="{9D8B030D-6E8A-4147-A177-3AD203B41FA5}">
                      <a16:colId xmlns:a16="http://schemas.microsoft.com/office/drawing/2014/main" val="707798985"/>
                    </a:ext>
                  </a:extLst>
                </a:gridCol>
                <a:gridCol w="1016000">
                  <a:extLst>
                    <a:ext uri="{9D8B030D-6E8A-4147-A177-3AD203B41FA5}">
                      <a16:colId xmlns:a16="http://schemas.microsoft.com/office/drawing/2014/main" val="2146921723"/>
                    </a:ext>
                  </a:extLst>
                </a:gridCol>
                <a:gridCol w="1016000">
                  <a:extLst>
                    <a:ext uri="{9D8B030D-6E8A-4147-A177-3AD203B41FA5}">
                      <a16:colId xmlns:a16="http://schemas.microsoft.com/office/drawing/2014/main" val="1229481942"/>
                    </a:ext>
                  </a:extLst>
                </a:gridCol>
                <a:gridCol w="1016000">
                  <a:extLst>
                    <a:ext uri="{9D8B030D-6E8A-4147-A177-3AD203B41FA5}">
                      <a16:colId xmlns:a16="http://schemas.microsoft.com/office/drawing/2014/main" val="739823414"/>
                    </a:ext>
                  </a:extLst>
                </a:gridCol>
                <a:gridCol w="1016000">
                  <a:extLst>
                    <a:ext uri="{9D8B030D-6E8A-4147-A177-3AD203B41FA5}">
                      <a16:colId xmlns:a16="http://schemas.microsoft.com/office/drawing/2014/main" val="3686209272"/>
                    </a:ext>
                  </a:extLst>
                </a:gridCol>
              </a:tblGrid>
              <a:tr h="370840">
                <a:tc>
                  <a:txBody>
                    <a:bodyPr/>
                    <a:lstStyle/>
                    <a:p>
                      <a:pPr algn="ctr"/>
                      <a:endParaRPr lang="fr-FR" dirty="0"/>
                    </a:p>
                  </a:txBody>
                  <a:tcPr>
                    <a:noFill/>
                  </a:tcPr>
                </a:tc>
                <a:tc>
                  <a:txBody>
                    <a:bodyPr/>
                    <a:lstStyle/>
                    <a:p>
                      <a:pPr algn="ctr"/>
                      <a:r>
                        <a:rPr lang="fr-FR" dirty="0"/>
                        <a:t>1</a:t>
                      </a:r>
                    </a:p>
                  </a:txBody>
                  <a:tcPr>
                    <a:solidFill>
                      <a:schemeClr val="accent4"/>
                    </a:solidFill>
                  </a:tcPr>
                </a:tc>
                <a:tc>
                  <a:txBody>
                    <a:bodyPr/>
                    <a:lstStyle/>
                    <a:p>
                      <a:pPr algn="ctr"/>
                      <a:r>
                        <a:rPr lang="fr-FR" dirty="0"/>
                        <a:t>2</a:t>
                      </a:r>
                    </a:p>
                  </a:txBody>
                  <a:tcPr>
                    <a:solidFill>
                      <a:schemeClr val="accent4"/>
                    </a:solidFill>
                  </a:tcPr>
                </a:tc>
                <a:tc>
                  <a:txBody>
                    <a:bodyPr/>
                    <a:lstStyle/>
                    <a:p>
                      <a:pPr algn="ctr"/>
                      <a:r>
                        <a:rPr lang="fr-FR" dirty="0"/>
                        <a:t>3</a:t>
                      </a:r>
                    </a:p>
                  </a:txBody>
                  <a:tcPr>
                    <a:solidFill>
                      <a:schemeClr val="accent4"/>
                    </a:solidFill>
                  </a:tcPr>
                </a:tc>
                <a:tc>
                  <a:txBody>
                    <a:bodyPr/>
                    <a:lstStyle/>
                    <a:p>
                      <a:pPr algn="ctr"/>
                      <a:r>
                        <a:rPr lang="fr-FR" dirty="0"/>
                        <a:t>4</a:t>
                      </a:r>
                    </a:p>
                  </a:txBody>
                  <a:tcPr>
                    <a:solidFill>
                      <a:schemeClr val="accent4"/>
                    </a:solidFill>
                  </a:tcPr>
                </a:tc>
                <a:tc>
                  <a:txBody>
                    <a:bodyPr/>
                    <a:lstStyle/>
                    <a:p>
                      <a:pPr algn="ctr"/>
                      <a:r>
                        <a:rPr lang="fr-FR" dirty="0"/>
                        <a:t>5</a:t>
                      </a:r>
                    </a:p>
                  </a:txBody>
                  <a:tcPr>
                    <a:solidFill>
                      <a:schemeClr val="accent4"/>
                    </a:solidFill>
                  </a:tcPr>
                </a:tc>
                <a:extLst>
                  <a:ext uri="{0D108BD9-81ED-4DB2-BD59-A6C34878D82A}">
                    <a16:rowId xmlns:a16="http://schemas.microsoft.com/office/drawing/2014/main" val="2329377613"/>
                  </a:ext>
                </a:extLst>
              </a:tr>
              <a:tr h="370840">
                <a:tc>
                  <a:txBody>
                    <a:bodyPr/>
                    <a:lstStyle/>
                    <a:p>
                      <a:pPr marR="0" algn="ctr" rtl="0">
                        <a:lnSpc>
                          <a:spcPct val="100000"/>
                        </a:lnSpc>
                        <a:spcBef>
                          <a:spcPts val="0"/>
                        </a:spcBef>
                        <a:spcAft>
                          <a:spcPts val="0"/>
                        </a:spcAft>
                        <a:buClr>
                          <a:srgbClr val="000000"/>
                        </a:buClr>
                        <a:buFont typeface="Arial"/>
                      </a:pPr>
                      <a:r>
                        <a:rPr lang="fr-FR" sz="1400" b="1" i="0" u="none" strike="noStrike" cap="none" dirty="0">
                          <a:solidFill>
                            <a:schemeClr val="lt1"/>
                          </a:solidFill>
                          <a:latin typeface="+mn-lt"/>
                          <a:ea typeface="+mn-ea"/>
                          <a:cs typeface="+mn-cs"/>
                          <a:sym typeface="Arial"/>
                        </a:rPr>
                        <a:t>0</a:t>
                      </a:r>
                    </a:p>
                  </a:txBody>
                  <a:tcPr>
                    <a:solidFill>
                      <a:schemeClr val="bg2"/>
                    </a:solidFill>
                  </a:tcPr>
                </a:tc>
                <a:tc>
                  <a:txBody>
                    <a:bodyPr/>
                    <a:lstStyle/>
                    <a:p>
                      <a:pPr algn="ctr"/>
                      <a:r>
                        <a:rPr lang="fr-FR" dirty="0"/>
                        <a:t>0</a:t>
                      </a:r>
                    </a:p>
                  </a:txBody>
                  <a:tcPr/>
                </a:tc>
                <a:tc>
                  <a:txBody>
                    <a:bodyPr/>
                    <a:lstStyle/>
                    <a:p>
                      <a:pPr algn="ctr"/>
                      <a:r>
                        <a:rPr lang="fr-FR" dirty="0"/>
                        <a:t>0</a:t>
                      </a:r>
                    </a:p>
                  </a:txBody>
                  <a:tcPr/>
                </a:tc>
                <a:tc>
                  <a:txBody>
                    <a:bodyPr/>
                    <a:lstStyle/>
                    <a:p>
                      <a:pPr algn="ctr"/>
                      <a:r>
                        <a:rPr lang="fr-FR" dirty="0"/>
                        <a:t>0</a:t>
                      </a:r>
                    </a:p>
                  </a:txBody>
                  <a:tcPr/>
                </a:tc>
                <a:tc>
                  <a:txBody>
                    <a:bodyPr/>
                    <a:lstStyle/>
                    <a:p>
                      <a:pPr algn="ctr"/>
                      <a:r>
                        <a:rPr lang="fr-FR" dirty="0"/>
                        <a:t>17</a:t>
                      </a:r>
                    </a:p>
                  </a:txBody>
                  <a:tcPr/>
                </a:tc>
                <a:tc>
                  <a:txBody>
                    <a:bodyPr/>
                    <a:lstStyle/>
                    <a:p>
                      <a:pPr algn="ctr"/>
                      <a:r>
                        <a:rPr lang="fr-FR" dirty="0"/>
                        <a:t>15</a:t>
                      </a:r>
                    </a:p>
                  </a:txBody>
                  <a:tcPr/>
                </a:tc>
                <a:extLst>
                  <a:ext uri="{0D108BD9-81ED-4DB2-BD59-A6C34878D82A}">
                    <a16:rowId xmlns:a16="http://schemas.microsoft.com/office/drawing/2014/main" val="2650960861"/>
                  </a:ext>
                </a:extLst>
              </a:tr>
              <a:tr h="370840">
                <a:tc>
                  <a:txBody>
                    <a:bodyPr/>
                    <a:lstStyle/>
                    <a:p>
                      <a:pPr marR="0" algn="ctr" rtl="0">
                        <a:lnSpc>
                          <a:spcPct val="100000"/>
                        </a:lnSpc>
                        <a:spcBef>
                          <a:spcPts val="0"/>
                        </a:spcBef>
                        <a:spcAft>
                          <a:spcPts val="0"/>
                        </a:spcAft>
                        <a:buClr>
                          <a:srgbClr val="000000"/>
                        </a:buClr>
                        <a:buFont typeface="Arial"/>
                      </a:pPr>
                      <a:r>
                        <a:rPr lang="fr-FR" sz="1400" b="1" i="0" u="none" strike="noStrike" cap="none" dirty="0">
                          <a:solidFill>
                            <a:schemeClr val="lt1"/>
                          </a:solidFill>
                          <a:latin typeface="+mn-lt"/>
                          <a:ea typeface="+mn-ea"/>
                          <a:cs typeface="+mn-cs"/>
                          <a:sym typeface="Arial"/>
                        </a:rPr>
                        <a:t>1</a:t>
                      </a:r>
                    </a:p>
                  </a:txBody>
                  <a:tcPr>
                    <a:solidFill>
                      <a:schemeClr val="bg2"/>
                    </a:solidFill>
                  </a:tcPr>
                </a:tc>
                <a:tc>
                  <a:txBody>
                    <a:bodyPr/>
                    <a:lstStyle/>
                    <a:p>
                      <a:pPr algn="ctr"/>
                      <a:r>
                        <a:rPr lang="fr-FR" dirty="0"/>
                        <a:t>0</a:t>
                      </a:r>
                    </a:p>
                  </a:txBody>
                  <a:tcPr/>
                </a:tc>
                <a:tc>
                  <a:txBody>
                    <a:bodyPr/>
                    <a:lstStyle/>
                    <a:p>
                      <a:pPr algn="ctr"/>
                      <a:r>
                        <a:rPr lang="fr-FR" dirty="0"/>
                        <a:t>42</a:t>
                      </a:r>
                    </a:p>
                  </a:txBody>
                  <a:tcPr/>
                </a:tc>
                <a:tc>
                  <a:txBody>
                    <a:bodyPr/>
                    <a:lstStyle/>
                    <a:p>
                      <a:pPr algn="ctr"/>
                      <a:r>
                        <a:rPr lang="fr-FR" dirty="0"/>
                        <a:t>0</a:t>
                      </a:r>
                    </a:p>
                  </a:txBody>
                  <a:tcPr/>
                </a:tc>
                <a:tc>
                  <a:txBody>
                    <a:bodyPr/>
                    <a:lstStyle/>
                    <a:p>
                      <a:pPr algn="ctr"/>
                      <a:r>
                        <a:rPr lang="fr-FR" dirty="0"/>
                        <a:t>0</a:t>
                      </a:r>
                    </a:p>
                  </a:txBody>
                  <a:tcPr/>
                </a:tc>
                <a:tc>
                  <a:txBody>
                    <a:bodyPr/>
                    <a:lstStyle/>
                    <a:p>
                      <a:pPr algn="ctr"/>
                      <a:r>
                        <a:rPr lang="fr-FR" dirty="0"/>
                        <a:t>15</a:t>
                      </a:r>
                    </a:p>
                  </a:txBody>
                  <a:tcPr/>
                </a:tc>
                <a:extLst>
                  <a:ext uri="{0D108BD9-81ED-4DB2-BD59-A6C34878D82A}">
                    <a16:rowId xmlns:a16="http://schemas.microsoft.com/office/drawing/2014/main" val="1385201046"/>
                  </a:ext>
                </a:extLst>
              </a:tr>
              <a:tr h="370840">
                <a:tc>
                  <a:txBody>
                    <a:bodyPr/>
                    <a:lstStyle/>
                    <a:p>
                      <a:pPr marR="0" algn="ctr" rtl="0">
                        <a:lnSpc>
                          <a:spcPct val="100000"/>
                        </a:lnSpc>
                        <a:spcBef>
                          <a:spcPts val="0"/>
                        </a:spcBef>
                        <a:spcAft>
                          <a:spcPts val="0"/>
                        </a:spcAft>
                        <a:buClr>
                          <a:srgbClr val="000000"/>
                        </a:buClr>
                        <a:buFont typeface="Arial"/>
                      </a:pPr>
                      <a:r>
                        <a:rPr lang="fr-FR" sz="1400" b="1" i="0" u="none" strike="noStrike" cap="none" dirty="0">
                          <a:solidFill>
                            <a:schemeClr val="lt1"/>
                          </a:solidFill>
                          <a:latin typeface="+mn-lt"/>
                          <a:ea typeface="+mn-ea"/>
                          <a:cs typeface="+mn-cs"/>
                          <a:sym typeface="Arial"/>
                        </a:rPr>
                        <a:t>2</a:t>
                      </a:r>
                    </a:p>
                  </a:txBody>
                  <a:tcPr>
                    <a:solidFill>
                      <a:schemeClr val="bg2"/>
                    </a:solidFill>
                  </a:tcPr>
                </a:tc>
                <a:tc>
                  <a:txBody>
                    <a:bodyPr/>
                    <a:lstStyle/>
                    <a:p>
                      <a:pPr algn="ctr"/>
                      <a:r>
                        <a:rPr lang="fr-FR" dirty="0"/>
                        <a:t>2</a:t>
                      </a:r>
                    </a:p>
                  </a:txBody>
                  <a:tcPr/>
                </a:tc>
                <a:tc>
                  <a:txBody>
                    <a:bodyPr/>
                    <a:lstStyle/>
                    <a:p>
                      <a:pPr algn="ctr"/>
                      <a:r>
                        <a:rPr lang="fr-FR" dirty="0"/>
                        <a:t>0</a:t>
                      </a:r>
                    </a:p>
                  </a:txBody>
                  <a:tcPr/>
                </a:tc>
                <a:tc>
                  <a:txBody>
                    <a:bodyPr/>
                    <a:lstStyle/>
                    <a:p>
                      <a:pPr algn="ctr"/>
                      <a:r>
                        <a:rPr lang="fr-FR" dirty="0"/>
                        <a:t>0</a:t>
                      </a:r>
                    </a:p>
                  </a:txBody>
                  <a:tcPr/>
                </a:tc>
                <a:tc>
                  <a:txBody>
                    <a:bodyPr/>
                    <a:lstStyle/>
                    <a:p>
                      <a:pPr algn="ctr"/>
                      <a:r>
                        <a:rPr lang="fr-FR" dirty="0"/>
                        <a:t>0</a:t>
                      </a:r>
                    </a:p>
                  </a:txBody>
                  <a:tcPr/>
                </a:tc>
                <a:tc>
                  <a:txBody>
                    <a:bodyPr/>
                    <a:lstStyle/>
                    <a:p>
                      <a:pPr algn="ctr"/>
                      <a:r>
                        <a:rPr lang="fr-FR" dirty="0"/>
                        <a:t>0</a:t>
                      </a:r>
                    </a:p>
                  </a:txBody>
                  <a:tcPr/>
                </a:tc>
                <a:extLst>
                  <a:ext uri="{0D108BD9-81ED-4DB2-BD59-A6C34878D82A}">
                    <a16:rowId xmlns:a16="http://schemas.microsoft.com/office/drawing/2014/main" val="4191591104"/>
                  </a:ext>
                </a:extLst>
              </a:tr>
              <a:tr h="370840">
                <a:tc>
                  <a:txBody>
                    <a:bodyPr/>
                    <a:lstStyle/>
                    <a:p>
                      <a:pPr marR="0" algn="ctr" rtl="0">
                        <a:lnSpc>
                          <a:spcPct val="100000"/>
                        </a:lnSpc>
                        <a:spcBef>
                          <a:spcPts val="0"/>
                        </a:spcBef>
                        <a:spcAft>
                          <a:spcPts val="0"/>
                        </a:spcAft>
                        <a:buClr>
                          <a:srgbClr val="000000"/>
                        </a:buClr>
                        <a:buFont typeface="Arial"/>
                      </a:pPr>
                      <a:r>
                        <a:rPr lang="fr-FR" sz="1400" b="1" i="0" u="none" strike="noStrike" cap="none" dirty="0">
                          <a:solidFill>
                            <a:schemeClr val="lt1"/>
                          </a:solidFill>
                          <a:latin typeface="+mn-lt"/>
                          <a:ea typeface="+mn-ea"/>
                          <a:cs typeface="+mn-cs"/>
                          <a:sym typeface="Arial"/>
                        </a:rPr>
                        <a:t>3</a:t>
                      </a:r>
                    </a:p>
                  </a:txBody>
                  <a:tcPr>
                    <a:solidFill>
                      <a:schemeClr val="bg2"/>
                    </a:solidFill>
                  </a:tcPr>
                </a:tc>
                <a:tc>
                  <a:txBody>
                    <a:bodyPr/>
                    <a:lstStyle/>
                    <a:p>
                      <a:pPr algn="ctr"/>
                      <a:r>
                        <a:rPr lang="fr-FR" dirty="0"/>
                        <a:t>0</a:t>
                      </a:r>
                    </a:p>
                  </a:txBody>
                  <a:tcPr/>
                </a:tc>
                <a:tc>
                  <a:txBody>
                    <a:bodyPr/>
                    <a:lstStyle/>
                    <a:p>
                      <a:pPr algn="ctr"/>
                      <a:r>
                        <a:rPr lang="fr-FR" dirty="0"/>
                        <a:t>0</a:t>
                      </a:r>
                    </a:p>
                  </a:txBody>
                  <a:tcPr/>
                </a:tc>
                <a:tc>
                  <a:txBody>
                    <a:bodyPr/>
                    <a:lstStyle/>
                    <a:p>
                      <a:pPr algn="ctr"/>
                      <a:r>
                        <a:rPr lang="fr-FR" dirty="0"/>
                        <a:t>3</a:t>
                      </a:r>
                    </a:p>
                  </a:txBody>
                  <a:tcPr/>
                </a:tc>
                <a:tc>
                  <a:txBody>
                    <a:bodyPr/>
                    <a:lstStyle/>
                    <a:p>
                      <a:pPr algn="ctr"/>
                      <a:r>
                        <a:rPr lang="fr-FR" dirty="0"/>
                        <a:t>0</a:t>
                      </a:r>
                    </a:p>
                  </a:txBody>
                  <a:tcPr/>
                </a:tc>
                <a:tc>
                  <a:txBody>
                    <a:bodyPr/>
                    <a:lstStyle/>
                    <a:p>
                      <a:pPr algn="ctr"/>
                      <a:r>
                        <a:rPr lang="fr-FR" dirty="0"/>
                        <a:t>0</a:t>
                      </a:r>
                    </a:p>
                  </a:txBody>
                  <a:tcPr/>
                </a:tc>
                <a:extLst>
                  <a:ext uri="{0D108BD9-81ED-4DB2-BD59-A6C34878D82A}">
                    <a16:rowId xmlns:a16="http://schemas.microsoft.com/office/drawing/2014/main" val="1448064291"/>
                  </a:ext>
                </a:extLst>
              </a:tr>
              <a:tr h="370840">
                <a:tc>
                  <a:txBody>
                    <a:bodyPr/>
                    <a:lstStyle/>
                    <a:p>
                      <a:pPr marR="0" algn="ctr" rtl="0">
                        <a:lnSpc>
                          <a:spcPct val="100000"/>
                        </a:lnSpc>
                        <a:spcBef>
                          <a:spcPts val="0"/>
                        </a:spcBef>
                        <a:spcAft>
                          <a:spcPts val="0"/>
                        </a:spcAft>
                        <a:buClr>
                          <a:srgbClr val="000000"/>
                        </a:buClr>
                        <a:buFont typeface="Arial"/>
                      </a:pPr>
                      <a:r>
                        <a:rPr lang="fr-FR" sz="1400" b="1" i="0" u="none" strike="noStrike" cap="none" dirty="0">
                          <a:solidFill>
                            <a:schemeClr val="lt1"/>
                          </a:solidFill>
                          <a:latin typeface="+mn-lt"/>
                          <a:ea typeface="+mn-ea"/>
                          <a:cs typeface="+mn-cs"/>
                          <a:sym typeface="Arial"/>
                        </a:rPr>
                        <a:t>4</a:t>
                      </a:r>
                    </a:p>
                  </a:txBody>
                  <a:tcPr>
                    <a:solidFill>
                      <a:schemeClr val="bg2"/>
                    </a:solidFill>
                  </a:tcPr>
                </a:tc>
                <a:tc>
                  <a:txBody>
                    <a:bodyPr/>
                    <a:lstStyle/>
                    <a:p>
                      <a:pPr algn="ctr"/>
                      <a:r>
                        <a:rPr lang="fr-FR" dirty="0"/>
                        <a:t>0</a:t>
                      </a:r>
                    </a:p>
                  </a:txBody>
                  <a:tcPr/>
                </a:tc>
                <a:tc>
                  <a:txBody>
                    <a:bodyPr/>
                    <a:lstStyle/>
                    <a:p>
                      <a:pPr algn="ctr"/>
                      <a:r>
                        <a:rPr lang="fr-FR" dirty="0"/>
                        <a:t>6</a:t>
                      </a:r>
                    </a:p>
                  </a:txBody>
                  <a:tcPr/>
                </a:tc>
                <a:tc>
                  <a:txBody>
                    <a:bodyPr/>
                    <a:lstStyle/>
                    <a:p>
                      <a:pPr algn="ctr"/>
                      <a:r>
                        <a:rPr lang="fr-FR" dirty="0"/>
                        <a:t>0</a:t>
                      </a:r>
                    </a:p>
                  </a:txBody>
                  <a:tcPr/>
                </a:tc>
                <a:tc>
                  <a:txBody>
                    <a:bodyPr/>
                    <a:lstStyle/>
                    <a:p>
                      <a:pPr algn="ctr"/>
                      <a:r>
                        <a:rPr lang="fr-FR" dirty="0"/>
                        <a:t>0</a:t>
                      </a:r>
                    </a:p>
                  </a:txBody>
                  <a:tcPr/>
                </a:tc>
                <a:tc>
                  <a:txBody>
                    <a:bodyPr/>
                    <a:lstStyle/>
                    <a:p>
                      <a:pPr algn="ctr"/>
                      <a:r>
                        <a:rPr lang="fr-FR" dirty="0"/>
                        <a:t>17</a:t>
                      </a:r>
                    </a:p>
                  </a:txBody>
                  <a:tcPr/>
                </a:tc>
                <a:extLst>
                  <a:ext uri="{0D108BD9-81ED-4DB2-BD59-A6C34878D82A}">
                    <a16:rowId xmlns:a16="http://schemas.microsoft.com/office/drawing/2014/main" val="1324883261"/>
                  </a:ext>
                </a:extLst>
              </a:tr>
            </a:tbl>
          </a:graphicData>
        </a:graphic>
      </p:graphicFrame>
      <p:sp>
        <p:nvSpPr>
          <p:cNvPr id="5" name="Google Shape;1678;p52">
            <a:extLst>
              <a:ext uri="{FF2B5EF4-FFF2-40B4-BE49-F238E27FC236}">
                <a16:creationId xmlns:a16="http://schemas.microsoft.com/office/drawing/2014/main" id="{68BBE0F5-05F9-2871-BF37-21C1857110FA}"/>
              </a:ext>
            </a:extLst>
          </p:cNvPr>
          <p:cNvSpPr txBox="1">
            <a:spLocks/>
          </p:cNvSpPr>
          <p:nvPr/>
        </p:nvSpPr>
        <p:spPr>
          <a:xfrm>
            <a:off x="2123438" y="4191156"/>
            <a:ext cx="4897124" cy="572690"/>
          </a:xfrm>
          <a:prstGeom prst="rect">
            <a:avLst/>
          </a:prstGeom>
          <a:solidFill>
            <a:schemeClr val="accent3"/>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Sora"/>
              <a:buNone/>
              <a:defRPr sz="2000" b="1" i="0" u="none" strike="noStrike" cap="none">
                <a:solidFill>
                  <a:schemeClr val="dk1"/>
                </a:solidFill>
                <a:latin typeface="Sora"/>
                <a:ea typeface="Sora"/>
                <a:cs typeface="Sora"/>
                <a:sym typeface="Sora"/>
              </a:defRPr>
            </a:lvl1pPr>
            <a:lvl2pPr marL="914400" marR="0" lvl="1" indent="-304800" algn="ctr" rtl="0">
              <a:lnSpc>
                <a:spcPct val="100000"/>
              </a:lnSpc>
              <a:spcBef>
                <a:spcPts val="0"/>
              </a:spcBef>
              <a:spcAft>
                <a:spcPts val="0"/>
              </a:spcAft>
              <a:buClr>
                <a:schemeClr val="dk1"/>
              </a:buClr>
              <a:buSzPts val="2400"/>
              <a:buFont typeface="Sora"/>
              <a:buNone/>
              <a:defRPr sz="2400" b="0" i="0" u="none" strike="noStrike" cap="none">
                <a:solidFill>
                  <a:schemeClr val="dk1"/>
                </a:solidFill>
                <a:latin typeface="Sora"/>
                <a:ea typeface="Sora"/>
                <a:cs typeface="Sora"/>
                <a:sym typeface="Sora"/>
              </a:defRPr>
            </a:lvl2pPr>
            <a:lvl3pPr marL="1371600" marR="0" lvl="2" indent="-304800" algn="ctr" rtl="0">
              <a:lnSpc>
                <a:spcPct val="100000"/>
              </a:lnSpc>
              <a:spcBef>
                <a:spcPts val="0"/>
              </a:spcBef>
              <a:spcAft>
                <a:spcPts val="0"/>
              </a:spcAft>
              <a:buClr>
                <a:schemeClr val="dk1"/>
              </a:buClr>
              <a:buSzPts val="2400"/>
              <a:buFont typeface="Sora"/>
              <a:buNone/>
              <a:defRPr sz="2400" b="0" i="0" u="none" strike="noStrike" cap="none">
                <a:solidFill>
                  <a:schemeClr val="dk1"/>
                </a:solidFill>
                <a:latin typeface="Sora"/>
                <a:ea typeface="Sora"/>
                <a:cs typeface="Sora"/>
                <a:sym typeface="Sora"/>
              </a:defRPr>
            </a:lvl3pPr>
            <a:lvl4pPr marL="1828800" marR="0" lvl="3" indent="-304800" algn="ctr" rtl="0">
              <a:lnSpc>
                <a:spcPct val="100000"/>
              </a:lnSpc>
              <a:spcBef>
                <a:spcPts val="0"/>
              </a:spcBef>
              <a:spcAft>
                <a:spcPts val="0"/>
              </a:spcAft>
              <a:buClr>
                <a:schemeClr val="dk1"/>
              </a:buClr>
              <a:buSzPts val="2400"/>
              <a:buFont typeface="Sora"/>
              <a:buNone/>
              <a:defRPr sz="2400" b="0" i="0" u="none" strike="noStrike" cap="none">
                <a:solidFill>
                  <a:schemeClr val="dk1"/>
                </a:solidFill>
                <a:latin typeface="Sora"/>
                <a:ea typeface="Sora"/>
                <a:cs typeface="Sora"/>
                <a:sym typeface="Sora"/>
              </a:defRPr>
            </a:lvl4pPr>
            <a:lvl5pPr marL="2286000" marR="0" lvl="4" indent="-304800" algn="ctr" rtl="0">
              <a:lnSpc>
                <a:spcPct val="100000"/>
              </a:lnSpc>
              <a:spcBef>
                <a:spcPts val="0"/>
              </a:spcBef>
              <a:spcAft>
                <a:spcPts val="0"/>
              </a:spcAft>
              <a:buClr>
                <a:schemeClr val="dk1"/>
              </a:buClr>
              <a:buSzPts val="2400"/>
              <a:buFont typeface="Sora"/>
              <a:buNone/>
              <a:defRPr sz="2400" b="0" i="0" u="none" strike="noStrike" cap="none">
                <a:solidFill>
                  <a:schemeClr val="dk1"/>
                </a:solidFill>
                <a:latin typeface="Sora"/>
                <a:ea typeface="Sora"/>
                <a:cs typeface="Sora"/>
                <a:sym typeface="Sora"/>
              </a:defRPr>
            </a:lvl5pPr>
            <a:lvl6pPr marL="2743200" marR="0" lvl="5" indent="-304800" algn="ctr" rtl="0">
              <a:lnSpc>
                <a:spcPct val="100000"/>
              </a:lnSpc>
              <a:spcBef>
                <a:spcPts val="0"/>
              </a:spcBef>
              <a:spcAft>
                <a:spcPts val="0"/>
              </a:spcAft>
              <a:buClr>
                <a:schemeClr val="dk1"/>
              </a:buClr>
              <a:buSzPts val="2400"/>
              <a:buFont typeface="Sora"/>
              <a:buNone/>
              <a:defRPr sz="2400" b="0" i="0" u="none" strike="noStrike" cap="none">
                <a:solidFill>
                  <a:schemeClr val="dk1"/>
                </a:solidFill>
                <a:latin typeface="Sora"/>
                <a:ea typeface="Sora"/>
                <a:cs typeface="Sora"/>
                <a:sym typeface="Sora"/>
              </a:defRPr>
            </a:lvl6pPr>
            <a:lvl7pPr marL="3200400" marR="0" lvl="6" indent="-304800" algn="ctr" rtl="0">
              <a:lnSpc>
                <a:spcPct val="100000"/>
              </a:lnSpc>
              <a:spcBef>
                <a:spcPts val="0"/>
              </a:spcBef>
              <a:spcAft>
                <a:spcPts val="0"/>
              </a:spcAft>
              <a:buClr>
                <a:schemeClr val="dk1"/>
              </a:buClr>
              <a:buSzPts val="2400"/>
              <a:buFont typeface="Sora"/>
              <a:buNone/>
              <a:defRPr sz="2400" b="0" i="0" u="none" strike="noStrike" cap="none">
                <a:solidFill>
                  <a:schemeClr val="dk1"/>
                </a:solidFill>
                <a:latin typeface="Sora"/>
                <a:ea typeface="Sora"/>
                <a:cs typeface="Sora"/>
                <a:sym typeface="Sora"/>
              </a:defRPr>
            </a:lvl7pPr>
            <a:lvl8pPr marL="3657600" marR="0" lvl="7" indent="-304800" algn="ctr" rtl="0">
              <a:lnSpc>
                <a:spcPct val="100000"/>
              </a:lnSpc>
              <a:spcBef>
                <a:spcPts val="0"/>
              </a:spcBef>
              <a:spcAft>
                <a:spcPts val="0"/>
              </a:spcAft>
              <a:buClr>
                <a:schemeClr val="dk1"/>
              </a:buClr>
              <a:buSzPts val="2400"/>
              <a:buFont typeface="Sora"/>
              <a:buNone/>
              <a:defRPr sz="2400" b="0" i="0" u="none" strike="noStrike" cap="none">
                <a:solidFill>
                  <a:schemeClr val="dk1"/>
                </a:solidFill>
                <a:latin typeface="Sora"/>
                <a:ea typeface="Sora"/>
                <a:cs typeface="Sora"/>
                <a:sym typeface="Sora"/>
              </a:defRPr>
            </a:lvl8pPr>
            <a:lvl9pPr marL="4114800" marR="0" lvl="8" indent="-304800" algn="ctr" rtl="0">
              <a:lnSpc>
                <a:spcPct val="100000"/>
              </a:lnSpc>
              <a:spcBef>
                <a:spcPts val="0"/>
              </a:spcBef>
              <a:spcAft>
                <a:spcPts val="0"/>
              </a:spcAft>
              <a:buClr>
                <a:schemeClr val="dk1"/>
              </a:buClr>
              <a:buSzPts val="2400"/>
              <a:buFont typeface="Sora"/>
              <a:buNone/>
              <a:defRPr sz="2400" b="0" i="0" u="none" strike="noStrike" cap="none">
                <a:solidFill>
                  <a:schemeClr val="dk1"/>
                </a:solidFill>
                <a:latin typeface="Sora"/>
                <a:ea typeface="Sora"/>
                <a:cs typeface="Sora"/>
                <a:sym typeface="Sora"/>
              </a:defRPr>
            </a:lvl9pPr>
          </a:lstStyle>
          <a:p>
            <a:pPr marL="0" lvl="0" indent="0" algn="ctr"/>
            <a:r>
              <a:rPr lang="fr-FR" dirty="0">
                <a:solidFill>
                  <a:schemeClr val="tx1"/>
                </a:solidFill>
              </a:rPr>
              <a:t>Choix des groupes du K-</a:t>
            </a:r>
            <a:r>
              <a:rPr lang="fr-FR" dirty="0" err="1">
                <a:solidFill>
                  <a:schemeClr val="tx1"/>
                </a:solidFill>
              </a:rPr>
              <a:t>means</a:t>
            </a:r>
            <a:endParaRPr lang="fr-FR" dirty="0">
              <a:solidFill>
                <a:schemeClr val="tx1"/>
              </a:solidFill>
            </a:endParaRPr>
          </a:p>
        </p:txBody>
      </p:sp>
      <p:sp>
        <p:nvSpPr>
          <p:cNvPr id="8" name="Google Shape;1678;p52">
            <a:extLst>
              <a:ext uri="{FF2B5EF4-FFF2-40B4-BE49-F238E27FC236}">
                <a16:creationId xmlns:a16="http://schemas.microsoft.com/office/drawing/2014/main" id="{E11663CB-FE32-06F2-EA51-790332C2DBAA}"/>
              </a:ext>
            </a:extLst>
          </p:cNvPr>
          <p:cNvSpPr txBox="1">
            <a:spLocks/>
          </p:cNvSpPr>
          <p:nvPr/>
        </p:nvSpPr>
        <p:spPr>
          <a:xfrm>
            <a:off x="3441250" y="1153122"/>
            <a:ext cx="1247291" cy="57269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Sora"/>
              <a:buNone/>
              <a:defRPr sz="2000" b="1" i="0" u="none" strike="noStrike" cap="none">
                <a:solidFill>
                  <a:schemeClr val="dk1"/>
                </a:solidFill>
                <a:latin typeface="Sora"/>
                <a:ea typeface="Sora"/>
                <a:cs typeface="Sora"/>
                <a:sym typeface="Sora"/>
              </a:defRPr>
            </a:lvl1pPr>
            <a:lvl2pPr marL="914400" marR="0" lvl="1" indent="-304800" algn="ctr" rtl="0">
              <a:lnSpc>
                <a:spcPct val="100000"/>
              </a:lnSpc>
              <a:spcBef>
                <a:spcPts val="0"/>
              </a:spcBef>
              <a:spcAft>
                <a:spcPts val="0"/>
              </a:spcAft>
              <a:buClr>
                <a:schemeClr val="dk1"/>
              </a:buClr>
              <a:buSzPts val="2400"/>
              <a:buFont typeface="Sora"/>
              <a:buNone/>
              <a:defRPr sz="2400" b="0" i="0" u="none" strike="noStrike" cap="none">
                <a:solidFill>
                  <a:schemeClr val="dk1"/>
                </a:solidFill>
                <a:latin typeface="Sora"/>
                <a:ea typeface="Sora"/>
                <a:cs typeface="Sora"/>
                <a:sym typeface="Sora"/>
              </a:defRPr>
            </a:lvl2pPr>
            <a:lvl3pPr marL="1371600" marR="0" lvl="2" indent="-304800" algn="ctr" rtl="0">
              <a:lnSpc>
                <a:spcPct val="100000"/>
              </a:lnSpc>
              <a:spcBef>
                <a:spcPts val="0"/>
              </a:spcBef>
              <a:spcAft>
                <a:spcPts val="0"/>
              </a:spcAft>
              <a:buClr>
                <a:schemeClr val="dk1"/>
              </a:buClr>
              <a:buSzPts val="2400"/>
              <a:buFont typeface="Sora"/>
              <a:buNone/>
              <a:defRPr sz="2400" b="0" i="0" u="none" strike="noStrike" cap="none">
                <a:solidFill>
                  <a:schemeClr val="dk1"/>
                </a:solidFill>
                <a:latin typeface="Sora"/>
                <a:ea typeface="Sora"/>
                <a:cs typeface="Sora"/>
                <a:sym typeface="Sora"/>
              </a:defRPr>
            </a:lvl3pPr>
            <a:lvl4pPr marL="1828800" marR="0" lvl="3" indent="-304800" algn="ctr" rtl="0">
              <a:lnSpc>
                <a:spcPct val="100000"/>
              </a:lnSpc>
              <a:spcBef>
                <a:spcPts val="0"/>
              </a:spcBef>
              <a:spcAft>
                <a:spcPts val="0"/>
              </a:spcAft>
              <a:buClr>
                <a:schemeClr val="dk1"/>
              </a:buClr>
              <a:buSzPts val="2400"/>
              <a:buFont typeface="Sora"/>
              <a:buNone/>
              <a:defRPr sz="2400" b="0" i="0" u="none" strike="noStrike" cap="none">
                <a:solidFill>
                  <a:schemeClr val="dk1"/>
                </a:solidFill>
                <a:latin typeface="Sora"/>
                <a:ea typeface="Sora"/>
                <a:cs typeface="Sora"/>
                <a:sym typeface="Sora"/>
              </a:defRPr>
            </a:lvl4pPr>
            <a:lvl5pPr marL="2286000" marR="0" lvl="4" indent="-304800" algn="ctr" rtl="0">
              <a:lnSpc>
                <a:spcPct val="100000"/>
              </a:lnSpc>
              <a:spcBef>
                <a:spcPts val="0"/>
              </a:spcBef>
              <a:spcAft>
                <a:spcPts val="0"/>
              </a:spcAft>
              <a:buClr>
                <a:schemeClr val="dk1"/>
              </a:buClr>
              <a:buSzPts val="2400"/>
              <a:buFont typeface="Sora"/>
              <a:buNone/>
              <a:defRPr sz="2400" b="0" i="0" u="none" strike="noStrike" cap="none">
                <a:solidFill>
                  <a:schemeClr val="dk1"/>
                </a:solidFill>
                <a:latin typeface="Sora"/>
                <a:ea typeface="Sora"/>
                <a:cs typeface="Sora"/>
                <a:sym typeface="Sora"/>
              </a:defRPr>
            </a:lvl5pPr>
            <a:lvl6pPr marL="2743200" marR="0" lvl="5" indent="-304800" algn="ctr" rtl="0">
              <a:lnSpc>
                <a:spcPct val="100000"/>
              </a:lnSpc>
              <a:spcBef>
                <a:spcPts val="0"/>
              </a:spcBef>
              <a:spcAft>
                <a:spcPts val="0"/>
              </a:spcAft>
              <a:buClr>
                <a:schemeClr val="dk1"/>
              </a:buClr>
              <a:buSzPts val="2400"/>
              <a:buFont typeface="Sora"/>
              <a:buNone/>
              <a:defRPr sz="2400" b="0" i="0" u="none" strike="noStrike" cap="none">
                <a:solidFill>
                  <a:schemeClr val="dk1"/>
                </a:solidFill>
                <a:latin typeface="Sora"/>
                <a:ea typeface="Sora"/>
                <a:cs typeface="Sora"/>
                <a:sym typeface="Sora"/>
              </a:defRPr>
            </a:lvl6pPr>
            <a:lvl7pPr marL="3200400" marR="0" lvl="6" indent="-304800" algn="ctr" rtl="0">
              <a:lnSpc>
                <a:spcPct val="100000"/>
              </a:lnSpc>
              <a:spcBef>
                <a:spcPts val="0"/>
              </a:spcBef>
              <a:spcAft>
                <a:spcPts val="0"/>
              </a:spcAft>
              <a:buClr>
                <a:schemeClr val="dk1"/>
              </a:buClr>
              <a:buSzPts val="2400"/>
              <a:buFont typeface="Sora"/>
              <a:buNone/>
              <a:defRPr sz="2400" b="0" i="0" u="none" strike="noStrike" cap="none">
                <a:solidFill>
                  <a:schemeClr val="dk1"/>
                </a:solidFill>
                <a:latin typeface="Sora"/>
                <a:ea typeface="Sora"/>
                <a:cs typeface="Sora"/>
                <a:sym typeface="Sora"/>
              </a:defRPr>
            </a:lvl7pPr>
            <a:lvl8pPr marL="3657600" marR="0" lvl="7" indent="-304800" algn="ctr" rtl="0">
              <a:lnSpc>
                <a:spcPct val="100000"/>
              </a:lnSpc>
              <a:spcBef>
                <a:spcPts val="0"/>
              </a:spcBef>
              <a:spcAft>
                <a:spcPts val="0"/>
              </a:spcAft>
              <a:buClr>
                <a:schemeClr val="dk1"/>
              </a:buClr>
              <a:buSzPts val="2400"/>
              <a:buFont typeface="Sora"/>
              <a:buNone/>
              <a:defRPr sz="2400" b="0" i="0" u="none" strike="noStrike" cap="none">
                <a:solidFill>
                  <a:schemeClr val="dk1"/>
                </a:solidFill>
                <a:latin typeface="Sora"/>
                <a:ea typeface="Sora"/>
                <a:cs typeface="Sora"/>
                <a:sym typeface="Sora"/>
              </a:defRPr>
            </a:lvl8pPr>
            <a:lvl9pPr marL="4114800" marR="0" lvl="8" indent="-304800" algn="ctr" rtl="0">
              <a:lnSpc>
                <a:spcPct val="100000"/>
              </a:lnSpc>
              <a:spcBef>
                <a:spcPts val="0"/>
              </a:spcBef>
              <a:spcAft>
                <a:spcPts val="0"/>
              </a:spcAft>
              <a:buClr>
                <a:schemeClr val="dk1"/>
              </a:buClr>
              <a:buSzPts val="2400"/>
              <a:buFont typeface="Sora"/>
              <a:buNone/>
              <a:defRPr sz="2400" b="0" i="0" u="none" strike="noStrike" cap="none">
                <a:solidFill>
                  <a:schemeClr val="dk1"/>
                </a:solidFill>
                <a:latin typeface="Sora"/>
                <a:ea typeface="Sora"/>
                <a:cs typeface="Sora"/>
                <a:sym typeface="Sora"/>
              </a:defRPr>
            </a:lvl9pPr>
          </a:lstStyle>
          <a:p>
            <a:pPr marL="0" lvl="0" indent="0" algn="ctr"/>
            <a:r>
              <a:rPr lang="fr-FR" dirty="0">
                <a:solidFill>
                  <a:schemeClr val="accent4"/>
                </a:solidFill>
              </a:rPr>
              <a:t>CAH</a:t>
            </a:r>
          </a:p>
        </p:txBody>
      </p:sp>
      <p:sp>
        <p:nvSpPr>
          <p:cNvPr id="9" name="Google Shape;1678;p52">
            <a:extLst>
              <a:ext uri="{FF2B5EF4-FFF2-40B4-BE49-F238E27FC236}">
                <a16:creationId xmlns:a16="http://schemas.microsoft.com/office/drawing/2014/main" id="{43C83A7F-4AF3-03CC-6F31-57AD09002C2A}"/>
              </a:ext>
            </a:extLst>
          </p:cNvPr>
          <p:cNvSpPr txBox="1">
            <a:spLocks/>
          </p:cNvSpPr>
          <p:nvPr/>
        </p:nvSpPr>
        <p:spPr>
          <a:xfrm rot="16200000">
            <a:off x="-396833" y="2630408"/>
            <a:ext cx="1572728" cy="57269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Sora"/>
              <a:buNone/>
              <a:defRPr sz="2000" b="1" i="0" u="none" strike="noStrike" cap="none">
                <a:solidFill>
                  <a:schemeClr val="dk1"/>
                </a:solidFill>
                <a:latin typeface="Sora"/>
                <a:ea typeface="Sora"/>
                <a:cs typeface="Sora"/>
                <a:sym typeface="Sora"/>
              </a:defRPr>
            </a:lvl1pPr>
            <a:lvl2pPr marL="914400" marR="0" lvl="1" indent="-304800" algn="ctr" rtl="0">
              <a:lnSpc>
                <a:spcPct val="100000"/>
              </a:lnSpc>
              <a:spcBef>
                <a:spcPts val="0"/>
              </a:spcBef>
              <a:spcAft>
                <a:spcPts val="0"/>
              </a:spcAft>
              <a:buClr>
                <a:schemeClr val="dk1"/>
              </a:buClr>
              <a:buSzPts val="2400"/>
              <a:buFont typeface="Sora"/>
              <a:buNone/>
              <a:defRPr sz="2400" b="0" i="0" u="none" strike="noStrike" cap="none">
                <a:solidFill>
                  <a:schemeClr val="dk1"/>
                </a:solidFill>
                <a:latin typeface="Sora"/>
                <a:ea typeface="Sora"/>
                <a:cs typeface="Sora"/>
                <a:sym typeface="Sora"/>
              </a:defRPr>
            </a:lvl2pPr>
            <a:lvl3pPr marL="1371600" marR="0" lvl="2" indent="-304800" algn="ctr" rtl="0">
              <a:lnSpc>
                <a:spcPct val="100000"/>
              </a:lnSpc>
              <a:spcBef>
                <a:spcPts val="0"/>
              </a:spcBef>
              <a:spcAft>
                <a:spcPts val="0"/>
              </a:spcAft>
              <a:buClr>
                <a:schemeClr val="dk1"/>
              </a:buClr>
              <a:buSzPts val="2400"/>
              <a:buFont typeface="Sora"/>
              <a:buNone/>
              <a:defRPr sz="2400" b="0" i="0" u="none" strike="noStrike" cap="none">
                <a:solidFill>
                  <a:schemeClr val="dk1"/>
                </a:solidFill>
                <a:latin typeface="Sora"/>
                <a:ea typeface="Sora"/>
                <a:cs typeface="Sora"/>
                <a:sym typeface="Sora"/>
              </a:defRPr>
            </a:lvl3pPr>
            <a:lvl4pPr marL="1828800" marR="0" lvl="3" indent="-304800" algn="ctr" rtl="0">
              <a:lnSpc>
                <a:spcPct val="100000"/>
              </a:lnSpc>
              <a:spcBef>
                <a:spcPts val="0"/>
              </a:spcBef>
              <a:spcAft>
                <a:spcPts val="0"/>
              </a:spcAft>
              <a:buClr>
                <a:schemeClr val="dk1"/>
              </a:buClr>
              <a:buSzPts val="2400"/>
              <a:buFont typeface="Sora"/>
              <a:buNone/>
              <a:defRPr sz="2400" b="0" i="0" u="none" strike="noStrike" cap="none">
                <a:solidFill>
                  <a:schemeClr val="dk1"/>
                </a:solidFill>
                <a:latin typeface="Sora"/>
                <a:ea typeface="Sora"/>
                <a:cs typeface="Sora"/>
                <a:sym typeface="Sora"/>
              </a:defRPr>
            </a:lvl4pPr>
            <a:lvl5pPr marL="2286000" marR="0" lvl="4" indent="-304800" algn="ctr" rtl="0">
              <a:lnSpc>
                <a:spcPct val="100000"/>
              </a:lnSpc>
              <a:spcBef>
                <a:spcPts val="0"/>
              </a:spcBef>
              <a:spcAft>
                <a:spcPts val="0"/>
              </a:spcAft>
              <a:buClr>
                <a:schemeClr val="dk1"/>
              </a:buClr>
              <a:buSzPts val="2400"/>
              <a:buFont typeface="Sora"/>
              <a:buNone/>
              <a:defRPr sz="2400" b="0" i="0" u="none" strike="noStrike" cap="none">
                <a:solidFill>
                  <a:schemeClr val="dk1"/>
                </a:solidFill>
                <a:latin typeface="Sora"/>
                <a:ea typeface="Sora"/>
                <a:cs typeface="Sora"/>
                <a:sym typeface="Sora"/>
              </a:defRPr>
            </a:lvl5pPr>
            <a:lvl6pPr marL="2743200" marR="0" lvl="5" indent="-304800" algn="ctr" rtl="0">
              <a:lnSpc>
                <a:spcPct val="100000"/>
              </a:lnSpc>
              <a:spcBef>
                <a:spcPts val="0"/>
              </a:spcBef>
              <a:spcAft>
                <a:spcPts val="0"/>
              </a:spcAft>
              <a:buClr>
                <a:schemeClr val="dk1"/>
              </a:buClr>
              <a:buSzPts val="2400"/>
              <a:buFont typeface="Sora"/>
              <a:buNone/>
              <a:defRPr sz="2400" b="0" i="0" u="none" strike="noStrike" cap="none">
                <a:solidFill>
                  <a:schemeClr val="dk1"/>
                </a:solidFill>
                <a:latin typeface="Sora"/>
                <a:ea typeface="Sora"/>
                <a:cs typeface="Sora"/>
                <a:sym typeface="Sora"/>
              </a:defRPr>
            </a:lvl6pPr>
            <a:lvl7pPr marL="3200400" marR="0" lvl="6" indent="-304800" algn="ctr" rtl="0">
              <a:lnSpc>
                <a:spcPct val="100000"/>
              </a:lnSpc>
              <a:spcBef>
                <a:spcPts val="0"/>
              </a:spcBef>
              <a:spcAft>
                <a:spcPts val="0"/>
              </a:spcAft>
              <a:buClr>
                <a:schemeClr val="dk1"/>
              </a:buClr>
              <a:buSzPts val="2400"/>
              <a:buFont typeface="Sora"/>
              <a:buNone/>
              <a:defRPr sz="2400" b="0" i="0" u="none" strike="noStrike" cap="none">
                <a:solidFill>
                  <a:schemeClr val="dk1"/>
                </a:solidFill>
                <a:latin typeface="Sora"/>
                <a:ea typeface="Sora"/>
                <a:cs typeface="Sora"/>
                <a:sym typeface="Sora"/>
              </a:defRPr>
            </a:lvl7pPr>
            <a:lvl8pPr marL="3657600" marR="0" lvl="7" indent="-304800" algn="ctr" rtl="0">
              <a:lnSpc>
                <a:spcPct val="100000"/>
              </a:lnSpc>
              <a:spcBef>
                <a:spcPts val="0"/>
              </a:spcBef>
              <a:spcAft>
                <a:spcPts val="0"/>
              </a:spcAft>
              <a:buClr>
                <a:schemeClr val="dk1"/>
              </a:buClr>
              <a:buSzPts val="2400"/>
              <a:buFont typeface="Sora"/>
              <a:buNone/>
              <a:defRPr sz="2400" b="0" i="0" u="none" strike="noStrike" cap="none">
                <a:solidFill>
                  <a:schemeClr val="dk1"/>
                </a:solidFill>
                <a:latin typeface="Sora"/>
                <a:ea typeface="Sora"/>
                <a:cs typeface="Sora"/>
                <a:sym typeface="Sora"/>
              </a:defRPr>
            </a:lvl8pPr>
            <a:lvl9pPr marL="4114800" marR="0" lvl="8" indent="-304800" algn="ctr" rtl="0">
              <a:lnSpc>
                <a:spcPct val="100000"/>
              </a:lnSpc>
              <a:spcBef>
                <a:spcPts val="0"/>
              </a:spcBef>
              <a:spcAft>
                <a:spcPts val="0"/>
              </a:spcAft>
              <a:buClr>
                <a:schemeClr val="dk1"/>
              </a:buClr>
              <a:buSzPts val="2400"/>
              <a:buFont typeface="Sora"/>
              <a:buNone/>
              <a:defRPr sz="2400" b="0" i="0" u="none" strike="noStrike" cap="none">
                <a:solidFill>
                  <a:schemeClr val="dk1"/>
                </a:solidFill>
                <a:latin typeface="Sora"/>
                <a:ea typeface="Sora"/>
                <a:cs typeface="Sora"/>
                <a:sym typeface="Sora"/>
              </a:defRPr>
            </a:lvl9pPr>
          </a:lstStyle>
          <a:p>
            <a:pPr marL="0" lvl="0" indent="0" algn="ctr"/>
            <a:r>
              <a:rPr lang="fr-FR" dirty="0">
                <a:solidFill>
                  <a:schemeClr val="bg2"/>
                </a:solidFill>
              </a:rPr>
              <a:t>K-</a:t>
            </a:r>
            <a:r>
              <a:rPr lang="fr-FR" dirty="0" err="1">
                <a:solidFill>
                  <a:schemeClr val="bg2"/>
                </a:solidFill>
              </a:rPr>
              <a:t>means</a:t>
            </a:r>
            <a:endParaRPr lang="fr-FR" dirty="0">
              <a:solidFill>
                <a:schemeClr val="bg2"/>
              </a:solidFill>
            </a:endParaRPr>
          </a:p>
        </p:txBody>
      </p:sp>
    </p:spTree>
    <p:extLst>
      <p:ext uri="{BB962C8B-B14F-4D97-AF65-F5344CB8AC3E}">
        <p14:creationId xmlns:p14="http://schemas.microsoft.com/office/powerpoint/2010/main" val="28441259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17">
          <a:extLst>
            <a:ext uri="{FF2B5EF4-FFF2-40B4-BE49-F238E27FC236}">
              <a16:creationId xmlns:a16="http://schemas.microsoft.com/office/drawing/2014/main" id="{1204624F-F54B-C94F-0857-A2B779592BF5}"/>
            </a:ext>
          </a:extLst>
        </p:cNvPr>
        <p:cNvGrpSpPr/>
        <p:nvPr/>
      </p:nvGrpSpPr>
      <p:grpSpPr>
        <a:xfrm>
          <a:off x="0" y="0"/>
          <a:ext cx="0" cy="0"/>
          <a:chOff x="0" y="0"/>
          <a:chExt cx="0" cy="0"/>
        </a:xfrm>
      </p:grpSpPr>
      <p:sp>
        <p:nvSpPr>
          <p:cNvPr id="2018" name="Google Shape;2018;p63">
            <a:extLst>
              <a:ext uri="{FF2B5EF4-FFF2-40B4-BE49-F238E27FC236}">
                <a16:creationId xmlns:a16="http://schemas.microsoft.com/office/drawing/2014/main" id="{AF34EC09-52A3-8F25-5BCE-32A2A5E5C35A}"/>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Projection des groupes</a:t>
            </a:r>
            <a:endParaRPr dirty="0"/>
          </a:p>
        </p:txBody>
      </p:sp>
      <p:sp>
        <p:nvSpPr>
          <p:cNvPr id="2" name="Google Shape;1318;p44">
            <a:extLst>
              <a:ext uri="{FF2B5EF4-FFF2-40B4-BE49-F238E27FC236}">
                <a16:creationId xmlns:a16="http://schemas.microsoft.com/office/drawing/2014/main" id="{F589A6FC-E0AF-4E1E-2BEF-B22BA369D4ED}"/>
              </a:ext>
            </a:extLst>
          </p:cNvPr>
          <p:cNvSpPr txBox="1">
            <a:spLocks/>
          </p:cNvSpPr>
          <p:nvPr/>
        </p:nvSpPr>
        <p:spPr>
          <a:xfrm>
            <a:off x="0" y="4815694"/>
            <a:ext cx="9144001" cy="327806"/>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400"/>
              <a:buFont typeface="Raleway"/>
              <a:buNone/>
              <a:defRPr sz="1200" b="0" i="0" u="none" strike="noStrike" cap="none">
                <a:solidFill>
                  <a:schemeClr val="dk1"/>
                </a:solidFill>
                <a:latin typeface="Raleway"/>
                <a:ea typeface="Raleway"/>
                <a:cs typeface="Raleway"/>
                <a:sym typeface="Raleway"/>
              </a:defRPr>
            </a:lvl1pPr>
            <a:lvl2pPr marL="914400" marR="0" lvl="1"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9pPr>
          </a:lstStyle>
          <a:p>
            <a:pPr marL="0" indent="0" algn="ctr"/>
            <a:r>
              <a:rPr lang="en-US" sz="1100" dirty="0" err="1">
                <a:solidFill>
                  <a:schemeClr val="bg1">
                    <a:lumMod val="50000"/>
                  </a:schemeClr>
                </a:solidFill>
              </a:rPr>
              <a:t>Contexte</a:t>
            </a:r>
            <a:r>
              <a:rPr lang="en-US" sz="1100" dirty="0">
                <a:solidFill>
                  <a:schemeClr val="bg1">
                    <a:lumMod val="50000"/>
                  </a:schemeClr>
                </a:solidFill>
              </a:rPr>
              <a:t> – </a:t>
            </a:r>
            <a:r>
              <a:rPr lang="en-US" sz="1100" dirty="0" err="1">
                <a:solidFill>
                  <a:schemeClr val="bg1">
                    <a:lumMod val="50000"/>
                  </a:schemeClr>
                </a:solidFill>
              </a:rPr>
              <a:t>Préparation</a:t>
            </a:r>
            <a:r>
              <a:rPr lang="en-US" sz="1100" dirty="0">
                <a:solidFill>
                  <a:schemeClr val="bg1">
                    <a:lumMod val="50000"/>
                  </a:schemeClr>
                </a:solidFill>
              </a:rPr>
              <a:t> des données – Exploration des données – </a:t>
            </a:r>
            <a:r>
              <a:rPr lang="en-US" b="1" dirty="0" err="1">
                <a:solidFill>
                  <a:schemeClr val="bg1">
                    <a:lumMod val="50000"/>
                  </a:schemeClr>
                </a:solidFill>
              </a:rPr>
              <a:t>Résultats</a:t>
            </a:r>
            <a:endParaRPr lang="en-US" sz="1100" b="1" dirty="0">
              <a:solidFill>
                <a:schemeClr val="bg1">
                  <a:lumMod val="50000"/>
                </a:schemeClr>
              </a:solidFill>
            </a:endParaRPr>
          </a:p>
        </p:txBody>
      </p:sp>
      <p:pic>
        <p:nvPicPr>
          <p:cNvPr id="5" name="Image 4">
            <a:extLst>
              <a:ext uri="{FF2B5EF4-FFF2-40B4-BE49-F238E27FC236}">
                <a16:creationId xmlns:a16="http://schemas.microsoft.com/office/drawing/2014/main" id="{E45DDC23-C445-0D97-4175-909DDA29CFD0}"/>
              </a:ext>
            </a:extLst>
          </p:cNvPr>
          <p:cNvPicPr>
            <a:picLocks noChangeAspect="1"/>
          </p:cNvPicPr>
          <p:nvPr/>
        </p:nvPicPr>
        <p:blipFill>
          <a:blip r:embed="rId3"/>
          <a:stretch>
            <a:fillRect/>
          </a:stretch>
        </p:blipFill>
        <p:spPr>
          <a:xfrm>
            <a:off x="639317" y="1106786"/>
            <a:ext cx="3827202" cy="3474180"/>
          </a:xfrm>
          <a:prstGeom prst="rect">
            <a:avLst/>
          </a:prstGeom>
        </p:spPr>
      </p:pic>
      <p:pic>
        <p:nvPicPr>
          <p:cNvPr id="9" name="Image 8">
            <a:extLst>
              <a:ext uri="{FF2B5EF4-FFF2-40B4-BE49-F238E27FC236}">
                <a16:creationId xmlns:a16="http://schemas.microsoft.com/office/drawing/2014/main" id="{877F37F2-70D4-436A-BA2C-B6E65A327964}"/>
              </a:ext>
            </a:extLst>
          </p:cNvPr>
          <p:cNvPicPr>
            <a:picLocks noChangeAspect="1"/>
          </p:cNvPicPr>
          <p:nvPr/>
        </p:nvPicPr>
        <p:blipFill>
          <a:blip r:embed="rId4"/>
          <a:stretch>
            <a:fillRect/>
          </a:stretch>
        </p:blipFill>
        <p:spPr>
          <a:xfrm>
            <a:off x="4677483" y="1106786"/>
            <a:ext cx="3823261" cy="3474180"/>
          </a:xfrm>
          <a:prstGeom prst="rect">
            <a:avLst/>
          </a:prstGeom>
        </p:spPr>
      </p:pic>
    </p:spTree>
    <p:extLst>
      <p:ext uri="{BB962C8B-B14F-4D97-AF65-F5344CB8AC3E}">
        <p14:creationId xmlns:p14="http://schemas.microsoft.com/office/powerpoint/2010/main" val="40521420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17">
          <a:extLst>
            <a:ext uri="{FF2B5EF4-FFF2-40B4-BE49-F238E27FC236}">
              <a16:creationId xmlns:a16="http://schemas.microsoft.com/office/drawing/2014/main" id="{6A5980DC-B58B-A49F-77AF-05452641BE9A}"/>
            </a:ext>
          </a:extLst>
        </p:cNvPr>
        <p:cNvGrpSpPr/>
        <p:nvPr/>
      </p:nvGrpSpPr>
      <p:grpSpPr>
        <a:xfrm>
          <a:off x="0" y="0"/>
          <a:ext cx="0" cy="0"/>
          <a:chOff x="0" y="0"/>
          <a:chExt cx="0" cy="0"/>
        </a:xfrm>
      </p:grpSpPr>
      <p:sp>
        <p:nvSpPr>
          <p:cNvPr id="2018" name="Google Shape;2018;p63">
            <a:extLst>
              <a:ext uri="{FF2B5EF4-FFF2-40B4-BE49-F238E27FC236}">
                <a16:creationId xmlns:a16="http://schemas.microsoft.com/office/drawing/2014/main" id="{CAF4EDB9-C08A-CC9A-007F-49C24E86B964}"/>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Fiche d’identité de chaque groupe</a:t>
            </a:r>
            <a:endParaRPr dirty="0"/>
          </a:p>
        </p:txBody>
      </p:sp>
      <p:sp>
        <p:nvSpPr>
          <p:cNvPr id="2" name="Google Shape;1318;p44">
            <a:extLst>
              <a:ext uri="{FF2B5EF4-FFF2-40B4-BE49-F238E27FC236}">
                <a16:creationId xmlns:a16="http://schemas.microsoft.com/office/drawing/2014/main" id="{3C28AD31-2C6F-5815-519D-0AECB29B016B}"/>
              </a:ext>
            </a:extLst>
          </p:cNvPr>
          <p:cNvSpPr txBox="1">
            <a:spLocks/>
          </p:cNvSpPr>
          <p:nvPr/>
        </p:nvSpPr>
        <p:spPr>
          <a:xfrm>
            <a:off x="0" y="4815694"/>
            <a:ext cx="9144001" cy="327806"/>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400"/>
              <a:buFont typeface="Raleway"/>
              <a:buNone/>
              <a:defRPr sz="1200" b="0" i="0" u="none" strike="noStrike" cap="none">
                <a:solidFill>
                  <a:schemeClr val="dk1"/>
                </a:solidFill>
                <a:latin typeface="Raleway"/>
                <a:ea typeface="Raleway"/>
                <a:cs typeface="Raleway"/>
                <a:sym typeface="Raleway"/>
              </a:defRPr>
            </a:lvl1pPr>
            <a:lvl2pPr marL="914400" marR="0" lvl="1"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9pPr>
          </a:lstStyle>
          <a:p>
            <a:pPr marL="0" indent="0" algn="ctr"/>
            <a:r>
              <a:rPr lang="en-US" sz="1100" dirty="0" err="1">
                <a:solidFill>
                  <a:schemeClr val="bg1">
                    <a:lumMod val="50000"/>
                  </a:schemeClr>
                </a:solidFill>
              </a:rPr>
              <a:t>Contexte</a:t>
            </a:r>
            <a:r>
              <a:rPr lang="en-US" sz="1100" dirty="0">
                <a:solidFill>
                  <a:schemeClr val="bg1">
                    <a:lumMod val="50000"/>
                  </a:schemeClr>
                </a:solidFill>
              </a:rPr>
              <a:t> – </a:t>
            </a:r>
            <a:r>
              <a:rPr lang="en-US" sz="1100" dirty="0" err="1">
                <a:solidFill>
                  <a:schemeClr val="bg1">
                    <a:lumMod val="50000"/>
                  </a:schemeClr>
                </a:solidFill>
              </a:rPr>
              <a:t>Préparation</a:t>
            </a:r>
            <a:r>
              <a:rPr lang="en-US" sz="1100" dirty="0">
                <a:solidFill>
                  <a:schemeClr val="bg1">
                    <a:lumMod val="50000"/>
                  </a:schemeClr>
                </a:solidFill>
              </a:rPr>
              <a:t> des données – Exploration des données – </a:t>
            </a:r>
            <a:r>
              <a:rPr lang="en-US" b="1" dirty="0" err="1">
                <a:solidFill>
                  <a:schemeClr val="bg1">
                    <a:lumMod val="50000"/>
                  </a:schemeClr>
                </a:solidFill>
              </a:rPr>
              <a:t>Résultats</a:t>
            </a:r>
            <a:endParaRPr lang="en-US" sz="1100" b="1" dirty="0">
              <a:solidFill>
                <a:schemeClr val="bg1">
                  <a:lumMod val="50000"/>
                </a:schemeClr>
              </a:solidFill>
            </a:endParaRPr>
          </a:p>
        </p:txBody>
      </p:sp>
      <p:grpSp>
        <p:nvGrpSpPr>
          <p:cNvPr id="10" name="Groupe 9">
            <a:extLst>
              <a:ext uri="{FF2B5EF4-FFF2-40B4-BE49-F238E27FC236}">
                <a16:creationId xmlns:a16="http://schemas.microsoft.com/office/drawing/2014/main" id="{68FF0526-1626-0399-5383-916FF87EDAD8}"/>
              </a:ext>
            </a:extLst>
          </p:cNvPr>
          <p:cNvGrpSpPr/>
          <p:nvPr/>
        </p:nvGrpSpPr>
        <p:grpSpPr>
          <a:xfrm>
            <a:off x="280016" y="1418439"/>
            <a:ext cx="8207451" cy="1920406"/>
            <a:chOff x="324839" y="1315711"/>
            <a:chExt cx="8207451" cy="1920406"/>
          </a:xfrm>
        </p:grpSpPr>
        <p:pic>
          <p:nvPicPr>
            <p:cNvPr id="4" name="Image 3">
              <a:extLst>
                <a:ext uri="{FF2B5EF4-FFF2-40B4-BE49-F238E27FC236}">
                  <a16:creationId xmlns:a16="http://schemas.microsoft.com/office/drawing/2014/main" id="{BDB17E50-3962-98D3-CCD9-E805E3E05BE8}"/>
                </a:ext>
              </a:extLst>
            </p:cNvPr>
            <p:cNvPicPr>
              <a:picLocks noChangeAspect="1"/>
            </p:cNvPicPr>
            <p:nvPr/>
          </p:nvPicPr>
          <p:blipFill>
            <a:blip r:embed="rId3"/>
            <a:stretch>
              <a:fillRect/>
            </a:stretch>
          </p:blipFill>
          <p:spPr>
            <a:xfrm>
              <a:off x="324839" y="1315711"/>
              <a:ext cx="8207451" cy="1920406"/>
            </a:xfrm>
            <a:prstGeom prst="rect">
              <a:avLst/>
            </a:prstGeom>
          </p:spPr>
        </p:pic>
        <p:sp>
          <p:nvSpPr>
            <p:cNvPr id="6" name="Rectangle 5">
              <a:extLst>
                <a:ext uri="{FF2B5EF4-FFF2-40B4-BE49-F238E27FC236}">
                  <a16:creationId xmlns:a16="http://schemas.microsoft.com/office/drawing/2014/main" id="{F8B4F79C-A6DE-2AAF-477F-8FC130CC15A4}"/>
                </a:ext>
              </a:extLst>
            </p:cNvPr>
            <p:cNvSpPr/>
            <p:nvPr/>
          </p:nvSpPr>
          <p:spPr>
            <a:xfrm>
              <a:off x="324839" y="2034988"/>
              <a:ext cx="8207451" cy="242047"/>
            </a:xfrm>
            <a:prstGeom prst="rect">
              <a:avLst/>
            </a:prstGeom>
            <a:solidFill>
              <a:srgbClr val="F02425">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115B433E-4110-4121-05CA-9C8E126FC894}"/>
                </a:ext>
              </a:extLst>
            </p:cNvPr>
            <p:cNvSpPr/>
            <p:nvPr/>
          </p:nvSpPr>
          <p:spPr>
            <a:xfrm>
              <a:off x="324839" y="2718406"/>
              <a:ext cx="8207451" cy="242047"/>
            </a:xfrm>
            <a:prstGeom prst="rect">
              <a:avLst/>
            </a:prstGeom>
            <a:solidFill>
              <a:schemeClr val="accent2">
                <a:alpha val="50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8" name="Google Shape;1678;p52">
            <a:extLst>
              <a:ext uri="{FF2B5EF4-FFF2-40B4-BE49-F238E27FC236}">
                <a16:creationId xmlns:a16="http://schemas.microsoft.com/office/drawing/2014/main" id="{AA3D416B-3338-9FD6-84E2-D964AD634C95}"/>
              </a:ext>
            </a:extLst>
          </p:cNvPr>
          <p:cNvSpPr txBox="1">
            <a:spLocks/>
          </p:cNvSpPr>
          <p:nvPr/>
        </p:nvSpPr>
        <p:spPr>
          <a:xfrm>
            <a:off x="1828201" y="3739560"/>
            <a:ext cx="5487597" cy="572690"/>
          </a:xfrm>
          <a:prstGeom prst="rect">
            <a:avLst/>
          </a:prstGeom>
          <a:solidFill>
            <a:schemeClr val="accent3"/>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Sora"/>
              <a:buNone/>
              <a:defRPr sz="2000" b="1" i="0" u="none" strike="noStrike" cap="none">
                <a:solidFill>
                  <a:schemeClr val="dk1"/>
                </a:solidFill>
                <a:latin typeface="Sora"/>
                <a:ea typeface="Sora"/>
                <a:cs typeface="Sora"/>
                <a:sym typeface="Sora"/>
              </a:defRPr>
            </a:lvl1pPr>
            <a:lvl2pPr marL="914400" marR="0" lvl="1" indent="-304800" algn="ctr" rtl="0">
              <a:lnSpc>
                <a:spcPct val="100000"/>
              </a:lnSpc>
              <a:spcBef>
                <a:spcPts val="0"/>
              </a:spcBef>
              <a:spcAft>
                <a:spcPts val="0"/>
              </a:spcAft>
              <a:buClr>
                <a:schemeClr val="dk1"/>
              </a:buClr>
              <a:buSzPts val="2400"/>
              <a:buFont typeface="Sora"/>
              <a:buNone/>
              <a:defRPr sz="2400" b="0" i="0" u="none" strike="noStrike" cap="none">
                <a:solidFill>
                  <a:schemeClr val="dk1"/>
                </a:solidFill>
                <a:latin typeface="Sora"/>
                <a:ea typeface="Sora"/>
                <a:cs typeface="Sora"/>
                <a:sym typeface="Sora"/>
              </a:defRPr>
            </a:lvl2pPr>
            <a:lvl3pPr marL="1371600" marR="0" lvl="2" indent="-304800" algn="ctr" rtl="0">
              <a:lnSpc>
                <a:spcPct val="100000"/>
              </a:lnSpc>
              <a:spcBef>
                <a:spcPts val="0"/>
              </a:spcBef>
              <a:spcAft>
                <a:spcPts val="0"/>
              </a:spcAft>
              <a:buClr>
                <a:schemeClr val="dk1"/>
              </a:buClr>
              <a:buSzPts val="2400"/>
              <a:buFont typeface="Sora"/>
              <a:buNone/>
              <a:defRPr sz="2400" b="0" i="0" u="none" strike="noStrike" cap="none">
                <a:solidFill>
                  <a:schemeClr val="dk1"/>
                </a:solidFill>
                <a:latin typeface="Sora"/>
                <a:ea typeface="Sora"/>
                <a:cs typeface="Sora"/>
                <a:sym typeface="Sora"/>
              </a:defRPr>
            </a:lvl3pPr>
            <a:lvl4pPr marL="1828800" marR="0" lvl="3" indent="-304800" algn="ctr" rtl="0">
              <a:lnSpc>
                <a:spcPct val="100000"/>
              </a:lnSpc>
              <a:spcBef>
                <a:spcPts val="0"/>
              </a:spcBef>
              <a:spcAft>
                <a:spcPts val="0"/>
              </a:spcAft>
              <a:buClr>
                <a:schemeClr val="dk1"/>
              </a:buClr>
              <a:buSzPts val="2400"/>
              <a:buFont typeface="Sora"/>
              <a:buNone/>
              <a:defRPr sz="2400" b="0" i="0" u="none" strike="noStrike" cap="none">
                <a:solidFill>
                  <a:schemeClr val="dk1"/>
                </a:solidFill>
                <a:latin typeface="Sora"/>
                <a:ea typeface="Sora"/>
                <a:cs typeface="Sora"/>
                <a:sym typeface="Sora"/>
              </a:defRPr>
            </a:lvl4pPr>
            <a:lvl5pPr marL="2286000" marR="0" lvl="4" indent="-304800" algn="ctr" rtl="0">
              <a:lnSpc>
                <a:spcPct val="100000"/>
              </a:lnSpc>
              <a:spcBef>
                <a:spcPts val="0"/>
              </a:spcBef>
              <a:spcAft>
                <a:spcPts val="0"/>
              </a:spcAft>
              <a:buClr>
                <a:schemeClr val="dk1"/>
              </a:buClr>
              <a:buSzPts val="2400"/>
              <a:buFont typeface="Sora"/>
              <a:buNone/>
              <a:defRPr sz="2400" b="0" i="0" u="none" strike="noStrike" cap="none">
                <a:solidFill>
                  <a:schemeClr val="dk1"/>
                </a:solidFill>
                <a:latin typeface="Sora"/>
                <a:ea typeface="Sora"/>
                <a:cs typeface="Sora"/>
                <a:sym typeface="Sora"/>
              </a:defRPr>
            </a:lvl5pPr>
            <a:lvl6pPr marL="2743200" marR="0" lvl="5" indent="-304800" algn="ctr" rtl="0">
              <a:lnSpc>
                <a:spcPct val="100000"/>
              </a:lnSpc>
              <a:spcBef>
                <a:spcPts val="0"/>
              </a:spcBef>
              <a:spcAft>
                <a:spcPts val="0"/>
              </a:spcAft>
              <a:buClr>
                <a:schemeClr val="dk1"/>
              </a:buClr>
              <a:buSzPts val="2400"/>
              <a:buFont typeface="Sora"/>
              <a:buNone/>
              <a:defRPr sz="2400" b="0" i="0" u="none" strike="noStrike" cap="none">
                <a:solidFill>
                  <a:schemeClr val="dk1"/>
                </a:solidFill>
                <a:latin typeface="Sora"/>
                <a:ea typeface="Sora"/>
                <a:cs typeface="Sora"/>
                <a:sym typeface="Sora"/>
              </a:defRPr>
            </a:lvl6pPr>
            <a:lvl7pPr marL="3200400" marR="0" lvl="6" indent="-304800" algn="ctr" rtl="0">
              <a:lnSpc>
                <a:spcPct val="100000"/>
              </a:lnSpc>
              <a:spcBef>
                <a:spcPts val="0"/>
              </a:spcBef>
              <a:spcAft>
                <a:spcPts val="0"/>
              </a:spcAft>
              <a:buClr>
                <a:schemeClr val="dk1"/>
              </a:buClr>
              <a:buSzPts val="2400"/>
              <a:buFont typeface="Sora"/>
              <a:buNone/>
              <a:defRPr sz="2400" b="0" i="0" u="none" strike="noStrike" cap="none">
                <a:solidFill>
                  <a:schemeClr val="dk1"/>
                </a:solidFill>
                <a:latin typeface="Sora"/>
                <a:ea typeface="Sora"/>
                <a:cs typeface="Sora"/>
                <a:sym typeface="Sora"/>
              </a:defRPr>
            </a:lvl7pPr>
            <a:lvl8pPr marL="3657600" marR="0" lvl="7" indent="-304800" algn="ctr" rtl="0">
              <a:lnSpc>
                <a:spcPct val="100000"/>
              </a:lnSpc>
              <a:spcBef>
                <a:spcPts val="0"/>
              </a:spcBef>
              <a:spcAft>
                <a:spcPts val="0"/>
              </a:spcAft>
              <a:buClr>
                <a:schemeClr val="dk1"/>
              </a:buClr>
              <a:buSzPts val="2400"/>
              <a:buFont typeface="Sora"/>
              <a:buNone/>
              <a:defRPr sz="2400" b="0" i="0" u="none" strike="noStrike" cap="none">
                <a:solidFill>
                  <a:schemeClr val="dk1"/>
                </a:solidFill>
                <a:latin typeface="Sora"/>
                <a:ea typeface="Sora"/>
                <a:cs typeface="Sora"/>
                <a:sym typeface="Sora"/>
              </a:defRPr>
            </a:lvl8pPr>
            <a:lvl9pPr marL="4114800" marR="0" lvl="8" indent="-304800" algn="ctr" rtl="0">
              <a:lnSpc>
                <a:spcPct val="100000"/>
              </a:lnSpc>
              <a:spcBef>
                <a:spcPts val="0"/>
              </a:spcBef>
              <a:spcAft>
                <a:spcPts val="0"/>
              </a:spcAft>
              <a:buClr>
                <a:schemeClr val="dk1"/>
              </a:buClr>
              <a:buSzPts val="2400"/>
              <a:buFont typeface="Sora"/>
              <a:buNone/>
              <a:defRPr sz="2400" b="0" i="0" u="none" strike="noStrike" cap="none">
                <a:solidFill>
                  <a:schemeClr val="dk1"/>
                </a:solidFill>
                <a:latin typeface="Sora"/>
                <a:ea typeface="Sora"/>
                <a:cs typeface="Sora"/>
                <a:sym typeface="Sora"/>
              </a:defRPr>
            </a:lvl9pPr>
          </a:lstStyle>
          <a:p>
            <a:pPr marL="0" lvl="0" indent="0" algn="ctr"/>
            <a:r>
              <a:rPr lang="fr-FR" dirty="0">
                <a:solidFill>
                  <a:schemeClr val="tx1"/>
                </a:solidFill>
              </a:rPr>
              <a:t>Intérêt pour le groupe 0 et le groupe 3</a:t>
            </a:r>
          </a:p>
        </p:txBody>
      </p:sp>
    </p:spTree>
    <p:extLst>
      <p:ext uri="{BB962C8B-B14F-4D97-AF65-F5344CB8AC3E}">
        <p14:creationId xmlns:p14="http://schemas.microsoft.com/office/powerpoint/2010/main" val="26445403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90">
          <a:extLst>
            <a:ext uri="{FF2B5EF4-FFF2-40B4-BE49-F238E27FC236}">
              <a16:creationId xmlns:a16="http://schemas.microsoft.com/office/drawing/2014/main" id="{B48F5092-97D2-5738-6C4F-92D4C1EADDE7}"/>
            </a:ext>
          </a:extLst>
        </p:cNvPr>
        <p:cNvGrpSpPr/>
        <p:nvPr/>
      </p:nvGrpSpPr>
      <p:grpSpPr>
        <a:xfrm>
          <a:off x="0" y="0"/>
          <a:ext cx="0" cy="0"/>
          <a:chOff x="0" y="0"/>
          <a:chExt cx="0" cy="0"/>
        </a:xfrm>
      </p:grpSpPr>
      <p:sp>
        <p:nvSpPr>
          <p:cNvPr id="1293" name="Google Shape;1293;p43">
            <a:extLst>
              <a:ext uri="{FF2B5EF4-FFF2-40B4-BE49-F238E27FC236}">
                <a16:creationId xmlns:a16="http://schemas.microsoft.com/office/drawing/2014/main" id="{BC2405CF-65E8-E72B-3A89-CAE381771554}"/>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Recommandations</a:t>
            </a:r>
            <a:endParaRPr dirty="0"/>
          </a:p>
        </p:txBody>
      </p:sp>
      <p:sp>
        <p:nvSpPr>
          <p:cNvPr id="1294" name="Google Shape;1294;p43">
            <a:extLst>
              <a:ext uri="{FF2B5EF4-FFF2-40B4-BE49-F238E27FC236}">
                <a16:creationId xmlns:a16="http://schemas.microsoft.com/office/drawing/2014/main" id="{6E647BF5-959A-F1F4-FC23-909737A91401}"/>
              </a:ext>
            </a:extLst>
          </p:cNvPr>
          <p:cNvSpPr txBox="1">
            <a:spLocks noGrp="1"/>
          </p:cNvSpPr>
          <p:nvPr>
            <p:ph type="subTitle" idx="1"/>
          </p:nvPr>
        </p:nvSpPr>
        <p:spPr>
          <a:xfrm>
            <a:off x="5652053" y="2579769"/>
            <a:ext cx="2460900" cy="438875"/>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Belgique, Hong-Kong, Pays-Bas</a:t>
            </a:r>
            <a:endParaRPr dirty="0"/>
          </a:p>
        </p:txBody>
      </p:sp>
      <p:sp>
        <p:nvSpPr>
          <p:cNvPr id="1296" name="Google Shape;1296;p43">
            <a:extLst>
              <a:ext uri="{FF2B5EF4-FFF2-40B4-BE49-F238E27FC236}">
                <a16:creationId xmlns:a16="http://schemas.microsoft.com/office/drawing/2014/main" id="{D5E47561-C4A1-FAFB-9C36-07CEEF924425}"/>
              </a:ext>
            </a:extLst>
          </p:cNvPr>
          <p:cNvSpPr txBox="1">
            <a:spLocks noGrp="1"/>
          </p:cNvSpPr>
          <p:nvPr>
            <p:ph type="subTitle" idx="3"/>
          </p:nvPr>
        </p:nvSpPr>
        <p:spPr>
          <a:xfrm>
            <a:off x="1355866" y="1151045"/>
            <a:ext cx="2460900" cy="558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Groupe 0</a:t>
            </a:r>
            <a:endParaRPr dirty="0"/>
          </a:p>
        </p:txBody>
      </p:sp>
      <p:sp>
        <p:nvSpPr>
          <p:cNvPr id="1297" name="Google Shape;1297;p43">
            <a:extLst>
              <a:ext uri="{FF2B5EF4-FFF2-40B4-BE49-F238E27FC236}">
                <a16:creationId xmlns:a16="http://schemas.microsoft.com/office/drawing/2014/main" id="{A501D666-A7C6-3826-97D0-2CB81C9A1C6D}"/>
              </a:ext>
            </a:extLst>
          </p:cNvPr>
          <p:cNvSpPr txBox="1">
            <a:spLocks noGrp="1"/>
          </p:cNvSpPr>
          <p:nvPr>
            <p:ph type="subTitle" idx="4"/>
          </p:nvPr>
        </p:nvSpPr>
        <p:spPr>
          <a:xfrm>
            <a:off x="5652053" y="1832363"/>
            <a:ext cx="2460900" cy="558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Groupe 3</a:t>
            </a:r>
            <a:endParaRPr dirty="0"/>
          </a:p>
        </p:txBody>
      </p:sp>
      <p:sp>
        <p:nvSpPr>
          <p:cNvPr id="2" name="Google Shape;1318;p44">
            <a:extLst>
              <a:ext uri="{FF2B5EF4-FFF2-40B4-BE49-F238E27FC236}">
                <a16:creationId xmlns:a16="http://schemas.microsoft.com/office/drawing/2014/main" id="{BD5D39DB-8C99-68C9-5530-38BA742DA28A}"/>
              </a:ext>
            </a:extLst>
          </p:cNvPr>
          <p:cNvSpPr txBox="1">
            <a:spLocks/>
          </p:cNvSpPr>
          <p:nvPr/>
        </p:nvSpPr>
        <p:spPr>
          <a:xfrm>
            <a:off x="0" y="4815694"/>
            <a:ext cx="9144001" cy="327806"/>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400"/>
              <a:buFont typeface="Raleway"/>
              <a:buNone/>
              <a:defRPr sz="1200" b="0" i="0" u="none" strike="noStrike" cap="none">
                <a:solidFill>
                  <a:schemeClr val="dk1"/>
                </a:solidFill>
                <a:latin typeface="Raleway"/>
                <a:ea typeface="Raleway"/>
                <a:cs typeface="Raleway"/>
                <a:sym typeface="Raleway"/>
              </a:defRPr>
            </a:lvl1pPr>
            <a:lvl2pPr marL="914400" marR="0" lvl="1"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dk1"/>
              </a:buClr>
              <a:buSzPts val="1200"/>
              <a:buFont typeface="Raleway"/>
              <a:buNone/>
              <a:defRPr sz="1200" b="0" i="0" u="none" strike="noStrike" cap="none">
                <a:solidFill>
                  <a:schemeClr val="dk1"/>
                </a:solidFill>
                <a:latin typeface="Raleway"/>
                <a:ea typeface="Raleway"/>
                <a:cs typeface="Raleway"/>
                <a:sym typeface="Raleway"/>
              </a:defRPr>
            </a:lvl9pPr>
          </a:lstStyle>
          <a:p>
            <a:pPr marL="0" indent="0" algn="ctr"/>
            <a:r>
              <a:rPr lang="en-US" sz="1100" dirty="0" err="1">
                <a:solidFill>
                  <a:schemeClr val="bg1">
                    <a:lumMod val="50000"/>
                  </a:schemeClr>
                </a:solidFill>
              </a:rPr>
              <a:t>Contexte</a:t>
            </a:r>
            <a:r>
              <a:rPr lang="en-US" sz="1100" dirty="0">
                <a:solidFill>
                  <a:schemeClr val="bg1">
                    <a:lumMod val="50000"/>
                  </a:schemeClr>
                </a:solidFill>
              </a:rPr>
              <a:t> – </a:t>
            </a:r>
            <a:r>
              <a:rPr lang="en-US" sz="1100" dirty="0" err="1">
                <a:solidFill>
                  <a:schemeClr val="bg1">
                    <a:lumMod val="50000"/>
                  </a:schemeClr>
                </a:solidFill>
              </a:rPr>
              <a:t>Préparation</a:t>
            </a:r>
            <a:r>
              <a:rPr lang="en-US" sz="1100" dirty="0">
                <a:solidFill>
                  <a:schemeClr val="bg1">
                    <a:lumMod val="50000"/>
                  </a:schemeClr>
                </a:solidFill>
              </a:rPr>
              <a:t> des données – Exploration des données – </a:t>
            </a:r>
            <a:r>
              <a:rPr lang="en-US" b="1" dirty="0" err="1">
                <a:solidFill>
                  <a:schemeClr val="bg1">
                    <a:lumMod val="50000"/>
                  </a:schemeClr>
                </a:solidFill>
              </a:rPr>
              <a:t>Résultats</a:t>
            </a:r>
            <a:endParaRPr lang="en-US" sz="1100" b="1" dirty="0">
              <a:solidFill>
                <a:schemeClr val="bg1">
                  <a:lumMod val="50000"/>
                </a:schemeClr>
              </a:solidFill>
            </a:endParaRPr>
          </a:p>
        </p:txBody>
      </p:sp>
      <p:sp>
        <p:nvSpPr>
          <p:cNvPr id="4" name="Sous-titre 3">
            <a:extLst>
              <a:ext uri="{FF2B5EF4-FFF2-40B4-BE49-F238E27FC236}">
                <a16:creationId xmlns:a16="http://schemas.microsoft.com/office/drawing/2014/main" id="{18879FB5-AD8C-C5AF-8084-BDE5BFA43881}"/>
              </a:ext>
            </a:extLst>
          </p:cNvPr>
          <p:cNvSpPr>
            <a:spLocks noGrp="1"/>
          </p:cNvSpPr>
          <p:nvPr>
            <p:ph type="subTitle" idx="2"/>
          </p:nvPr>
        </p:nvSpPr>
        <p:spPr>
          <a:xfrm>
            <a:off x="600634" y="1809726"/>
            <a:ext cx="3971365" cy="1733829"/>
          </a:xfrm>
          <a:noFill/>
          <a:ln>
            <a:noFill/>
          </a:ln>
        </p:spPr>
        <p:txBody>
          <a:bodyPr spcFirstLastPara="1" wrap="square" lIns="91425" tIns="91425" rIns="91425" bIns="91425" anchor="t" anchorCtr="0">
            <a:noAutofit/>
          </a:bodyPr>
          <a:lstStyle/>
          <a:p>
            <a:pPr marL="0" indent="0" algn="ctr"/>
            <a:r>
              <a:rPr lang="fr-FR" dirty="0"/>
              <a:t>Allemagne, Autriche, Bulgarie, Canada, Chypre,  Croatie, Danemark, Émirats arabes unis, Espagne, Estonie, Finlande, Grèce, Hongrie, Irlande, Islande, Italie, Japon, Lettonie, Lituanie, Luxembourg, Malte, Norvège, Oman, Pologne, Portugal, République de Corée, Royaume-Uni de Grande-Bretagne et d'Irlande du Nord, Slovaquie, Slovénie, Suède, Suisse, Tchéquie</a:t>
            </a:r>
          </a:p>
        </p:txBody>
      </p:sp>
      <p:sp>
        <p:nvSpPr>
          <p:cNvPr id="5" name="Google Shape;1678;p52">
            <a:extLst>
              <a:ext uri="{FF2B5EF4-FFF2-40B4-BE49-F238E27FC236}">
                <a16:creationId xmlns:a16="http://schemas.microsoft.com/office/drawing/2014/main" id="{2BB1E1F7-4695-8447-201F-D461EAB76A5F}"/>
              </a:ext>
            </a:extLst>
          </p:cNvPr>
          <p:cNvSpPr txBox="1">
            <a:spLocks/>
          </p:cNvSpPr>
          <p:nvPr/>
        </p:nvSpPr>
        <p:spPr>
          <a:xfrm>
            <a:off x="5577839" y="3207150"/>
            <a:ext cx="2609328" cy="572690"/>
          </a:xfrm>
          <a:prstGeom prst="rect">
            <a:avLst/>
          </a:prstGeom>
          <a:solidFill>
            <a:schemeClr val="accent3"/>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Sora"/>
              <a:buNone/>
              <a:defRPr sz="2000" b="1" i="0" u="none" strike="noStrike" cap="none">
                <a:solidFill>
                  <a:schemeClr val="dk1"/>
                </a:solidFill>
                <a:latin typeface="Sora"/>
                <a:ea typeface="Sora"/>
                <a:cs typeface="Sora"/>
                <a:sym typeface="Sora"/>
              </a:defRPr>
            </a:lvl1pPr>
            <a:lvl2pPr marL="914400" marR="0" lvl="1" indent="-304800" algn="ctr" rtl="0">
              <a:lnSpc>
                <a:spcPct val="100000"/>
              </a:lnSpc>
              <a:spcBef>
                <a:spcPts val="0"/>
              </a:spcBef>
              <a:spcAft>
                <a:spcPts val="0"/>
              </a:spcAft>
              <a:buClr>
                <a:schemeClr val="dk1"/>
              </a:buClr>
              <a:buSzPts val="2400"/>
              <a:buFont typeface="Sora"/>
              <a:buNone/>
              <a:defRPr sz="2400" b="0" i="0" u="none" strike="noStrike" cap="none">
                <a:solidFill>
                  <a:schemeClr val="dk1"/>
                </a:solidFill>
                <a:latin typeface="Sora"/>
                <a:ea typeface="Sora"/>
                <a:cs typeface="Sora"/>
                <a:sym typeface="Sora"/>
              </a:defRPr>
            </a:lvl2pPr>
            <a:lvl3pPr marL="1371600" marR="0" lvl="2" indent="-304800" algn="ctr" rtl="0">
              <a:lnSpc>
                <a:spcPct val="100000"/>
              </a:lnSpc>
              <a:spcBef>
                <a:spcPts val="0"/>
              </a:spcBef>
              <a:spcAft>
                <a:spcPts val="0"/>
              </a:spcAft>
              <a:buClr>
                <a:schemeClr val="dk1"/>
              </a:buClr>
              <a:buSzPts val="2400"/>
              <a:buFont typeface="Sora"/>
              <a:buNone/>
              <a:defRPr sz="2400" b="0" i="0" u="none" strike="noStrike" cap="none">
                <a:solidFill>
                  <a:schemeClr val="dk1"/>
                </a:solidFill>
                <a:latin typeface="Sora"/>
                <a:ea typeface="Sora"/>
                <a:cs typeface="Sora"/>
                <a:sym typeface="Sora"/>
              </a:defRPr>
            </a:lvl3pPr>
            <a:lvl4pPr marL="1828800" marR="0" lvl="3" indent="-304800" algn="ctr" rtl="0">
              <a:lnSpc>
                <a:spcPct val="100000"/>
              </a:lnSpc>
              <a:spcBef>
                <a:spcPts val="0"/>
              </a:spcBef>
              <a:spcAft>
                <a:spcPts val="0"/>
              </a:spcAft>
              <a:buClr>
                <a:schemeClr val="dk1"/>
              </a:buClr>
              <a:buSzPts val="2400"/>
              <a:buFont typeface="Sora"/>
              <a:buNone/>
              <a:defRPr sz="2400" b="0" i="0" u="none" strike="noStrike" cap="none">
                <a:solidFill>
                  <a:schemeClr val="dk1"/>
                </a:solidFill>
                <a:latin typeface="Sora"/>
                <a:ea typeface="Sora"/>
                <a:cs typeface="Sora"/>
                <a:sym typeface="Sora"/>
              </a:defRPr>
            </a:lvl4pPr>
            <a:lvl5pPr marL="2286000" marR="0" lvl="4" indent="-304800" algn="ctr" rtl="0">
              <a:lnSpc>
                <a:spcPct val="100000"/>
              </a:lnSpc>
              <a:spcBef>
                <a:spcPts val="0"/>
              </a:spcBef>
              <a:spcAft>
                <a:spcPts val="0"/>
              </a:spcAft>
              <a:buClr>
                <a:schemeClr val="dk1"/>
              </a:buClr>
              <a:buSzPts val="2400"/>
              <a:buFont typeface="Sora"/>
              <a:buNone/>
              <a:defRPr sz="2400" b="0" i="0" u="none" strike="noStrike" cap="none">
                <a:solidFill>
                  <a:schemeClr val="dk1"/>
                </a:solidFill>
                <a:latin typeface="Sora"/>
                <a:ea typeface="Sora"/>
                <a:cs typeface="Sora"/>
                <a:sym typeface="Sora"/>
              </a:defRPr>
            </a:lvl5pPr>
            <a:lvl6pPr marL="2743200" marR="0" lvl="5" indent="-304800" algn="ctr" rtl="0">
              <a:lnSpc>
                <a:spcPct val="100000"/>
              </a:lnSpc>
              <a:spcBef>
                <a:spcPts val="0"/>
              </a:spcBef>
              <a:spcAft>
                <a:spcPts val="0"/>
              </a:spcAft>
              <a:buClr>
                <a:schemeClr val="dk1"/>
              </a:buClr>
              <a:buSzPts val="2400"/>
              <a:buFont typeface="Sora"/>
              <a:buNone/>
              <a:defRPr sz="2400" b="0" i="0" u="none" strike="noStrike" cap="none">
                <a:solidFill>
                  <a:schemeClr val="dk1"/>
                </a:solidFill>
                <a:latin typeface="Sora"/>
                <a:ea typeface="Sora"/>
                <a:cs typeface="Sora"/>
                <a:sym typeface="Sora"/>
              </a:defRPr>
            </a:lvl6pPr>
            <a:lvl7pPr marL="3200400" marR="0" lvl="6" indent="-304800" algn="ctr" rtl="0">
              <a:lnSpc>
                <a:spcPct val="100000"/>
              </a:lnSpc>
              <a:spcBef>
                <a:spcPts val="0"/>
              </a:spcBef>
              <a:spcAft>
                <a:spcPts val="0"/>
              </a:spcAft>
              <a:buClr>
                <a:schemeClr val="dk1"/>
              </a:buClr>
              <a:buSzPts val="2400"/>
              <a:buFont typeface="Sora"/>
              <a:buNone/>
              <a:defRPr sz="2400" b="0" i="0" u="none" strike="noStrike" cap="none">
                <a:solidFill>
                  <a:schemeClr val="dk1"/>
                </a:solidFill>
                <a:latin typeface="Sora"/>
                <a:ea typeface="Sora"/>
                <a:cs typeface="Sora"/>
                <a:sym typeface="Sora"/>
              </a:defRPr>
            </a:lvl7pPr>
            <a:lvl8pPr marL="3657600" marR="0" lvl="7" indent="-304800" algn="ctr" rtl="0">
              <a:lnSpc>
                <a:spcPct val="100000"/>
              </a:lnSpc>
              <a:spcBef>
                <a:spcPts val="0"/>
              </a:spcBef>
              <a:spcAft>
                <a:spcPts val="0"/>
              </a:spcAft>
              <a:buClr>
                <a:schemeClr val="dk1"/>
              </a:buClr>
              <a:buSzPts val="2400"/>
              <a:buFont typeface="Sora"/>
              <a:buNone/>
              <a:defRPr sz="2400" b="0" i="0" u="none" strike="noStrike" cap="none">
                <a:solidFill>
                  <a:schemeClr val="dk1"/>
                </a:solidFill>
                <a:latin typeface="Sora"/>
                <a:ea typeface="Sora"/>
                <a:cs typeface="Sora"/>
                <a:sym typeface="Sora"/>
              </a:defRPr>
            </a:lvl8pPr>
            <a:lvl9pPr marL="4114800" marR="0" lvl="8" indent="-304800" algn="ctr" rtl="0">
              <a:lnSpc>
                <a:spcPct val="100000"/>
              </a:lnSpc>
              <a:spcBef>
                <a:spcPts val="0"/>
              </a:spcBef>
              <a:spcAft>
                <a:spcPts val="0"/>
              </a:spcAft>
              <a:buClr>
                <a:schemeClr val="dk1"/>
              </a:buClr>
              <a:buSzPts val="2400"/>
              <a:buFont typeface="Sora"/>
              <a:buNone/>
              <a:defRPr sz="2400" b="0" i="0" u="none" strike="noStrike" cap="none">
                <a:solidFill>
                  <a:schemeClr val="dk1"/>
                </a:solidFill>
                <a:latin typeface="Sora"/>
                <a:ea typeface="Sora"/>
                <a:cs typeface="Sora"/>
                <a:sym typeface="Sora"/>
              </a:defRPr>
            </a:lvl9pPr>
          </a:lstStyle>
          <a:p>
            <a:pPr marL="0" lvl="0" indent="0" algn="ctr"/>
            <a:r>
              <a:rPr lang="fr-FR" dirty="0">
                <a:solidFill>
                  <a:schemeClr val="tx1"/>
                </a:solidFill>
              </a:rPr>
              <a:t>Hubs logistiques</a:t>
            </a:r>
          </a:p>
        </p:txBody>
      </p:sp>
      <p:sp>
        <p:nvSpPr>
          <p:cNvPr id="6" name="Google Shape;1678;p52">
            <a:extLst>
              <a:ext uri="{FF2B5EF4-FFF2-40B4-BE49-F238E27FC236}">
                <a16:creationId xmlns:a16="http://schemas.microsoft.com/office/drawing/2014/main" id="{6694A537-BAF3-DCF5-DFAB-0A6255E9F04E}"/>
              </a:ext>
            </a:extLst>
          </p:cNvPr>
          <p:cNvSpPr txBox="1">
            <a:spLocks/>
          </p:cNvSpPr>
          <p:nvPr/>
        </p:nvSpPr>
        <p:spPr>
          <a:xfrm>
            <a:off x="1281652" y="3643335"/>
            <a:ext cx="2609328" cy="572690"/>
          </a:xfrm>
          <a:prstGeom prst="rect">
            <a:avLst/>
          </a:prstGeom>
          <a:solidFill>
            <a:schemeClr val="accent3"/>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Sora"/>
              <a:buNone/>
              <a:defRPr sz="2000" b="1" i="0" u="none" strike="noStrike" cap="none">
                <a:solidFill>
                  <a:schemeClr val="dk1"/>
                </a:solidFill>
                <a:latin typeface="Sora"/>
                <a:ea typeface="Sora"/>
                <a:cs typeface="Sora"/>
                <a:sym typeface="Sora"/>
              </a:defRPr>
            </a:lvl1pPr>
            <a:lvl2pPr marL="914400" marR="0" lvl="1" indent="-304800" algn="ctr" rtl="0">
              <a:lnSpc>
                <a:spcPct val="100000"/>
              </a:lnSpc>
              <a:spcBef>
                <a:spcPts val="0"/>
              </a:spcBef>
              <a:spcAft>
                <a:spcPts val="0"/>
              </a:spcAft>
              <a:buClr>
                <a:schemeClr val="dk1"/>
              </a:buClr>
              <a:buSzPts val="2400"/>
              <a:buFont typeface="Sora"/>
              <a:buNone/>
              <a:defRPr sz="2400" b="0" i="0" u="none" strike="noStrike" cap="none">
                <a:solidFill>
                  <a:schemeClr val="dk1"/>
                </a:solidFill>
                <a:latin typeface="Sora"/>
                <a:ea typeface="Sora"/>
                <a:cs typeface="Sora"/>
                <a:sym typeface="Sora"/>
              </a:defRPr>
            </a:lvl2pPr>
            <a:lvl3pPr marL="1371600" marR="0" lvl="2" indent="-304800" algn="ctr" rtl="0">
              <a:lnSpc>
                <a:spcPct val="100000"/>
              </a:lnSpc>
              <a:spcBef>
                <a:spcPts val="0"/>
              </a:spcBef>
              <a:spcAft>
                <a:spcPts val="0"/>
              </a:spcAft>
              <a:buClr>
                <a:schemeClr val="dk1"/>
              </a:buClr>
              <a:buSzPts val="2400"/>
              <a:buFont typeface="Sora"/>
              <a:buNone/>
              <a:defRPr sz="2400" b="0" i="0" u="none" strike="noStrike" cap="none">
                <a:solidFill>
                  <a:schemeClr val="dk1"/>
                </a:solidFill>
                <a:latin typeface="Sora"/>
                <a:ea typeface="Sora"/>
                <a:cs typeface="Sora"/>
                <a:sym typeface="Sora"/>
              </a:defRPr>
            </a:lvl3pPr>
            <a:lvl4pPr marL="1828800" marR="0" lvl="3" indent="-304800" algn="ctr" rtl="0">
              <a:lnSpc>
                <a:spcPct val="100000"/>
              </a:lnSpc>
              <a:spcBef>
                <a:spcPts val="0"/>
              </a:spcBef>
              <a:spcAft>
                <a:spcPts val="0"/>
              </a:spcAft>
              <a:buClr>
                <a:schemeClr val="dk1"/>
              </a:buClr>
              <a:buSzPts val="2400"/>
              <a:buFont typeface="Sora"/>
              <a:buNone/>
              <a:defRPr sz="2400" b="0" i="0" u="none" strike="noStrike" cap="none">
                <a:solidFill>
                  <a:schemeClr val="dk1"/>
                </a:solidFill>
                <a:latin typeface="Sora"/>
                <a:ea typeface="Sora"/>
                <a:cs typeface="Sora"/>
                <a:sym typeface="Sora"/>
              </a:defRPr>
            </a:lvl4pPr>
            <a:lvl5pPr marL="2286000" marR="0" lvl="4" indent="-304800" algn="ctr" rtl="0">
              <a:lnSpc>
                <a:spcPct val="100000"/>
              </a:lnSpc>
              <a:spcBef>
                <a:spcPts val="0"/>
              </a:spcBef>
              <a:spcAft>
                <a:spcPts val="0"/>
              </a:spcAft>
              <a:buClr>
                <a:schemeClr val="dk1"/>
              </a:buClr>
              <a:buSzPts val="2400"/>
              <a:buFont typeface="Sora"/>
              <a:buNone/>
              <a:defRPr sz="2400" b="0" i="0" u="none" strike="noStrike" cap="none">
                <a:solidFill>
                  <a:schemeClr val="dk1"/>
                </a:solidFill>
                <a:latin typeface="Sora"/>
                <a:ea typeface="Sora"/>
                <a:cs typeface="Sora"/>
                <a:sym typeface="Sora"/>
              </a:defRPr>
            </a:lvl5pPr>
            <a:lvl6pPr marL="2743200" marR="0" lvl="5" indent="-304800" algn="ctr" rtl="0">
              <a:lnSpc>
                <a:spcPct val="100000"/>
              </a:lnSpc>
              <a:spcBef>
                <a:spcPts val="0"/>
              </a:spcBef>
              <a:spcAft>
                <a:spcPts val="0"/>
              </a:spcAft>
              <a:buClr>
                <a:schemeClr val="dk1"/>
              </a:buClr>
              <a:buSzPts val="2400"/>
              <a:buFont typeface="Sora"/>
              <a:buNone/>
              <a:defRPr sz="2400" b="0" i="0" u="none" strike="noStrike" cap="none">
                <a:solidFill>
                  <a:schemeClr val="dk1"/>
                </a:solidFill>
                <a:latin typeface="Sora"/>
                <a:ea typeface="Sora"/>
                <a:cs typeface="Sora"/>
                <a:sym typeface="Sora"/>
              </a:defRPr>
            </a:lvl6pPr>
            <a:lvl7pPr marL="3200400" marR="0" lvl="6" indent="-304800" algn="ctr" rtl="0">
              <a:lnSpc>
                <a:spcPct val="100000"/>
              </a:lnSpc>
              <a:spcBef>
                <a:spcPts val="0"/>
              </a:spcBef>
              <a:spcAft>
                <a:spcPts val="0"/>
              </a:spcAft>
              <a:buClr>
                <a:schemeClr val="dk1"/>
              </a:buClr>
              <a:buSzPts val="2400"/>
              <a:buFont typeface="Sora"/>
              <a:buNone/>
              <a:defRPr sz="2400" b="0" i="0" u="none" strike="noStrike" cap="none">
                <a:solidFill>
                  <a:schemeClr val="dk1"/>
                </a:solidFill>
                <a:latin typeface="Sora"/>
                <a:ea typeface="Sora"/>
                <a:cs typeface="Sora"/>
                <a:sym typeface="Sora"/>
              </a:defRPr>
            </a:lvl7pPr>
            <a:lvl8pPr marL="3657600" marR="0" lvl="7" indent="-304800" algn="ctr" rtl="0">
              <a:lnSpc>
                <a:spcPct val="100000"/>
              </a:lnSpc>
              <a:spcBef>
                <a:spcPts val="0"/>
              </a:spcBef>
              <a:spcAft>
                <a:spcPts val="0"/>
              </a:spcAft>
              <a:buClr>
                <a:schemeClr val="dk1"/>
              </a:buClr>
              <a:buSzPts val="2400"/>
              <a:buFont typeface="Sora"/>
              <a:buNone/>
              <a:defRPr sz="2400" b="0" i="0" u="none" strike="noStrike" cap="none">
                <a:solidFill>
                  <a:schemeClr val="dk1"/>
                </a:solidFill>
                <a:latin typeface="Sora"/>
                <a:ea typeface="Sora"/>
                <a:cs typeface="Sora"/>
                <a:sym typeface="Sora"/>
              </a:defRPr>
            </a:lvl8pPr>
            <a:lvl9pPr marL="4114800" marR="0" lvl="8" indent="-304800" algn="ctr" rtl="0">
              <a:lnSpc>
                <a:spcPct val="100000"/>
              </a:lnSpc>
              <a:spcBef>
                <a:spcPts val="0"/>
              </a:spcBef>
              <a:spcAft>
                <a:spcPts val="0"/>
              </a:spcAft>
              <a:buClr>
                <a:schemeClr val="dk1"/>
              </a:buClr>
              <a:buSzPts val="2400"/>
              <a:buFont typeface="Sora"/>
              <a:buNone/>
              <a:defRPr sz="2400" b="0" i="0" u="none" strike="noStrike" cap="none">
                <a:solidFill>
                  <a:schemeClr val="dk1"/>
                </a:solidFill>
                <a:latin typeface="Sora"/>
                <a:ea typeface="Sora"/>
                <a:cs typeface="Sora"/>
                <a:sym typeface="Sora"/>
              </a:defRPr>
            </a:lvl9pPr>
          </a:lstStyle>
          <a:p>
            <a:pPr marL="0" lvl="0" indent="0" algn="ctr"/>
            <a:r>
              <a:rPr lang="fr-FR" dirty="0">
                <a:solidFill>
                  <a:schemeClr val="tx1"/>
                </a:solidFill>
              </a:rPr>
              <a:t>Marchés premium à proximité</a:t>
            </a:r>
          </a:p>
        </p:txBody>
      </p:sp>
    </p:spTree>
    <p:extLst>
      <p:ext uri="{BB962C8B-B14F-4D97-AF65-F5344CB8AC3E}">
        <p14:creationId xmlns:p14="http://schemas.microsoft.com/office/powerpoint/2010/main" val="25748960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86">
          <a:extLst>
            <a:ext uri="{FF2B5EF4-FFF2-40B4-BE49-F238E27FC236}">
              <a16:creationId xmlns:a16="http://schemas.microsoft.com/office/drawing/2014/main" id="{212BA695-E4EF-F9BB-F3AC-A1B95EF29E33}"/>
            </a:ext>
          </a:extLst>
        </p:cNvPr>
        <p:cNvGrpSpPr/>
        <p:nvPr/>
      </p:nvGrpSpPr>
      <p:grpSpPr>
        <a:xfrm>
          <a:off x="0" y="0"/>
          <a:ext cx="0" cy="0"/>
          <a:chOff x="0" y="0"/>
          <a:chExt cx="0" cy="0"/>
        </a:xfrm>
      </p:grpSpPr>
      <p:sp>
        <p:nvSpPr>
          <p:cNvPr id="2287" name="Google Shape;2287;p70">
            <a:extLst>
              <a:ext uri="{FF2B5EF4-FFF2-40B4-BE49-F238E27FC236}">
                <a16:creationId xmlns:a16="http://schemas.microsoft.com/office/drawing/2014/main" id="{3832AB1D-90F8-8158-802D-960D3D93453D}"/>
              </a:ext>
            </a:extLst>
          </p:cNvPr>
          <p:cNvSpPr txBox="1">
            <a:spLocks noGrp="1"/>
          </p:cNvSpPr>
          <p:nvPr>
            <p:ph type="title"/>
          </p:nvPr>
        </p:nvSpPr>
        <p:spPr>
          <a:xfrm>
            <a:off x="808764" y="880585"/>
            <a:ext cx="6278363" cy="263488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6000" dirty="0"/>
              <a:t>Merci de votre attention ! </a:t>
            </a:r>
            <a:endParaRPr sz="6000" dirty="0"/>
          </a:p>
        </p:txBody>
      </p:sp>
      <p:sp>
        <p:nvSpPr>
          <p:cNvPr id="2288" name="Google Shape;2288;p70">
            <a:extLst>
              <a:ext uri="{FF2B5EF4-FFF2-40B4-BE49-F238E27FC236}">
                <a16:creationId xmlns:a16="http://schemas.microsoft.com/office/drawing/2014/main" id="{A82C648E-0144-71A8-B315-EF3B80C6B92F}"/>
              </a:ext>
            </a:extLst>
          </p:cNvPr>
          <p:cNvSpPr txBox="1">
            <a:spLocks noGrp="1"/>
          </p:cNvSpPr>
          <p:nvPr>
            <p:ph type="subTitle" idx="1"/>
          </p:nvPr>
        </p:nvSpPr>
        <p:spPr>
          <a:xfrm>
            <a:off x="808764" y="3075552"/>
            <a:ext cx="3050802" cy="591661"/>
          </a:xfrm>
          <a:prstGeom prst="rect">
            <a:avLst/>
          </a:prstGeom>
          <a:noFill/>
        </p:spPr>
        <p:txBody>
          <a:bodyPr spcFirstLastPara="1" wrap="square" lIns="91425" tIns="91425" rIns="91425" bIns="91425" anchor="t" anchorCtr="0">
            <a:noAutofit/>
          </a:bodyPr>
          <a:lstStyle/>
          <a:p>
            <a:pPr marL="0" lvl="0" indent="0" algn="l" rtl="0">
              <a:spcBef>
                <a:spcPts val="0"/>
              </a:spcBef>
              <a:spcAft>
                <a:spcPts val="0"/>
              </a:spcAft>
              <a:buNone/>
            </a:pPr>
            <a:r>
              <a:rPr lang="en" sz="2800" b="1" dirty="0"/>
              <a:t>Des questions ? </a:t>
            </a:r>
            <a:endParaRPr sz="2800" b="1" dirty="0"/>
          </a:p>
        </p:txBody>
      </p:sp>
      <p:pic>
        <p:nvPicPr>
          <p:cNvPr id="2" name="Image 1">
            <a:extLst>
              <a:ext uri="{FF2B5EF4-FFF2-40B4-BE49-F238E27FC236}">
                <a16:creationId xmlns:a16="http://schemas.microsoft.com/office/drawing/2014/main" id="{F60668DA-791B-E139-8E3A-6DF3D0620B29}"/>
              </a:ext>
            </a:extLst>
          </p:cNvPr>
          <p:cNvPicPr>
            <a:picLocks noChangeAspect="1"/>
          </p:cNvPicPr>
          <p:nvPr/>
        </p:nvPicPr>
        <p:blipFill>
          <a:blip r:embed="rId3"/>
          <a:stretch>
            <a:fillRect/>
          </a:stretch>
        </p:blipFill>
        <p:spPr>
          <a:xfrm>
            <a:off x="5691819" y="1796785"/>
            <a:ext cx="2790616" cy="2790616"/>
          </a:xfrm>
          <a:prstGeom prst="rect">
            <a:avLst/>
          </a:prstGeom>
        </p:spPr>
      </p:pic>
    </p:spTree>
    <p:extLst>
      <p:ext uri="{BB962C8B-B14F-4D97-AF65-F5344CB8AC3E}">
        <p14:creationId xmlns:p14="http://schemas.microsoft.com/office/powerpoint/2010/main" val="3929001672"/>
      </p:ext>
    </p:extLst>
  </p:cSld>
  <p:clrMapOvr>
    <a:masterClrMapping/>
  </p:clrMapOvr>
</p:sld>
</file>

<file path=ppt/theme/theme1.xml><?xml version="1.0" encoding="utf-8"?>
<a:theme xmlns:a="http://schemas.openxmlformats.org/drawingml/2006/main" name="Importance of Carbohydrates in your Diet by Slidesgo">
  <a:themeElements>
    <a:clrScheme name="Simple Light">
      <a:dk1>
        <a:srgbClr val="243016"/>
      </a:dk1>
      <a:lt1>
        <a:srgbClr val="F1EEE5"/>
      </a:lt1>
      <a:dk2>
        <a:srgbClr val="497219"/>
      </a:dk2>
      <a:lt2>
        <a:srgbClr val="94CE51"/>
      </a:lt2>
      <a:accent1>
        <a:srgbClr val="F02425"/>
      </a:accent1>
      <a:accent2>
        <a:srgbClr val="AA6221"/>
      </a:accent2>
      <a:accent3>
        <a:srgbClr val="FEC76A"/>
      </a:accent3>
      <a:accent4>
        <a:srgbClr val="F48E29"/>
      </a:accent4>
      <a:accent5>
        <a:srgbClr val="FFE05E"/>
      </a:accent5>
      <a:accent6>
        <a:srgbClr val="4C4980"/>
      </a:accent6>
      <a:hlink>
        <a:srgbClr val="24301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1871</TotalTime>
  <Words>1206</Words>
  <Application>Microsoft Office PowerPoint</Application>
  <PresentationFormat>Affichage à l'écran (16:9)</PresentationFormat>
  <Paragraphs>170</Paragraphs>
  <Slides>17</Slides>
  <Notes>17</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17</vt:i4>
      </vt:variant>
    </vt:vector>
  </HeadingPairs>
  <TitlesOfParts>
    <vt:vector size="23" baseType="lpstr">
      <vt:lpstr>Arial</vt:lpstr>
      <vt:lpstr>Raleway</vt:lpstr>
      <vt:lpstr>Sora</vt:lpstr>
      <vt:lpstr>Anaheim</vt:lpstr>
      <vt:lpstr>Wingdings</vt:lpstr>
      <vt:lpstr>Importance of Carbohydrates in your Diet by Slidesgo</vt:lpstr>
      <vt:lpstr>Développement à l’international</vt:lpstr>
      <vt:lpstr>Sommaire</vt:lpstr>
      <vt:lpstr>Contexte</vt:lpstr>
      <vt:lpstr>Choix des critères de sélection (1)</vt:lpstr>
      <vt:lpstr>Choix des critères de sélection (2)</vt:lpstr>
      <vt:lpstr>9 critères</vt:lpstr>
      <vt:lpstr>ACP : Eboulis des valeurs propres</vt:lpstr>
      <vt:lpstr>ACP : Cercle des corrélations (1)</vt:lpstr>
      <vt:lpstr>ACP : Cercle des corrélations (2)</vt:lpstr>
      <vt:lpstr>ACP : Projection des individus (1)</vt:lpstr>
      <vt:lpstr>ACP : Projection des individus (2)</vt:lpstr>
      <vt:lpstr>Clustering : Choix du nombre de groupes</vt:lpstr>
      <vt:lpstr>Clustering : Comparaison des groupes</vt:lpstr>
      <vt:lpstr>Projection des groupes</vt:lpstr>
      <vt:lpstr>Fiche d’identité de chaque groupe</vt:lpstr>
      <vt:lpstr>Recommandations</vt:lpstr>
      <vt:lpstr>Merci de votre attention !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Agnès Drouard</dc:creator>
  <cp:lastModifiedBy>Agnès Drouard</cp:lastModifiedBy>
  <cp:revision>1</cp:revision>
  <dcterms:modified xsi:type="dcterms:W3CDTF">2026-06-19T15:47:15Z</dcterms:modified>
</cp:coreProperties>
</file>